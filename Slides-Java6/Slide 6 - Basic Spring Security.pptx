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3"/>
  </p:notesMasterIdLst>
  <p:sldIdLst>
    <p:sldId id="541" r:id="rId2"/>
    <p:sldId id="693" r:id="rId3"/>
    <p:sldId id="792" r:id="rId4"/>
    <p:sldId id="788" r:id="rId5"/>
    <p:sldId id="818" r:id="rId6"/>
    <p:sldId id="790" r:id="rId7"/>
    <p:sldId id="711" r:id="rId8"/>
    <p:sldId id="775" r:id="rId9"/>
    <p:sldId id="821" r:id="rId10"/>
    <p:sldId id="822" r:id="rId11"/>
    <p:sldId id="823" r:id="rId12"/>
    <p:sldId id="779" r:id="rId13"/>
    <p:sldId id="814" r:id="rId14"/>
    <p:sldId id="815" r:id="rId15"/>
    <p:sldId id="787" r:id="rId16"/>
    <p:sldId id="817" r:id="rId17"/>
    <p:sldId id="793" r:id="rId18"/>
    <p:sldId id="794" r:id="rId19"/>
    <p:sldId id="795" r:id="rId20"/>
    <p:sldId id="820" r:id="rId21"/>
    <p:sldId id="797" r:id="rId22"/>
    <p:sldId id="812" r:id="rId23"/>
    <p:sldId id="810" r:id="rId24"/>
    <p:sldId id="813" r:id="rId25"/>
    <p:sldId id="801" r:id="rId26"/>
    <p:sldId id="802" r:id="rId27"/>
    <p:sldId id="807" r:id="rId28"/>
    <p:sldId id="808" r:id="rId29"/>
    <p:sldId id="809" r:id="rId30"/>
    <p:sldId id="707" r:id="rId31"/>
    <p:sldId id="62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FF5A33"/>
    <a:srgbClr val="F9F9F9"/>
    <a:srgbClr val="5C0000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82206" autoAdjust="0"/>
  </p:normalViewPr>
  <p:slideViewPr>
    <p:cSldViewPr>
      <p:cViewPr varScale="1">
        <p:scale>
          <a:sx n="71" d="100"/>
          <a:sy n="71" d="100"/>
        </p:scale>
        <p:origin x="8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010"/>
    </p:cViewPr>
  </p:sorter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2CB819-52DA-49C3-A43B-E9B25D00089E}" type="doc">
      <dgm:prSet loTypeId="urn:microsoft.com/office/officeart/2005/8/layout/chevron2" loCatId="list" qsTypeId="urn:microsoft.com/office/officeart/2005/8/quickstyle/3d1" qsCatId="3D" csTypeId="urn:microsoft.com/office/officeart/2005/8/colors/colorful1" csCatId="colorful" phldr="1"/>
      <dgm:spPr>
        <a:scene3d>
          <a:camera prst="perspectiveRelaxedModerately"/>
          <a:lightRig rig="threePt" dir="t"/>
        </a:scene3d>
      </dgm:spPr>
      <dgm:t>
        <a:bodyPr/>
        <a:lstStyle/>
        <a:p>
          <a:endParaRPr lang="en-US"/>
        </a:p>
      </dgm:t>
    </dgm:pt>
    <dgm:pt modelId="{408E9CFE-02C4-4E9F-A2FF-1832087557B0}">
      <dgm:prSet phldrT="[Text]" custT="1"/>
      <dgm:spPr/>
      <dgm:t>
        <a:bodyPr/>
        <a:lstStyle/>
        <a:p>
          <a:r>
            <a:rPr lang="en-US" sz="4800" dirty="0" smtClean="0"/>
            <a:t>Web &amp; Spring Security</a:t>
          </a:r>
          <a:endParaRPr lang="en-US" sz="4800" b="1" dirty="0"/>
        </a:p>
      </dgm:t>
    </dgm:pt>
    <dgm:pt modelId="{DC1BC18E-999D-4194-801D-C051843625EF}" type="parTrans" cxnId="{72A7D383-D838-4A55-8688-AE3DB17EAA0F}">
      <dgm:prSet/>
      <dgm:spPr/>
      <dgm:t>
        <a:bodyPr/>
        <a:lstStyle/>
        <a:p>
          <a:endParaRPr lang="en-US"/>
        </a:p>
      </dgm:t>
    </dgm:pt>
    <dgm:pt modelId="{665F8B6B-8366-46BB-8E4E-2855AC696B9E}" type="sibTrans" cxnId="{72A7D383-D838-4A55-8688-AE3DB17EAA0F}">
      <dgm:prSet/>
      <dgm:spPr/>
      <dgm:t>
        <a:bodyPr/>
        <a:lstStyle/>
        <a:p>
          <a:endParaRPr lang="en-US"/>
        </a:p>
      </dgm:t>
    </dgm:pt>
    <dgm:pt modelId="{DB211840-668E-460E-BFA7-431C971B8159}">
      <dgm:prSet phldrT="[Text]"/>
      <dgm:spPr/>
      <dgm:t>
        <a:bodyPr/>
        <a:lstStyle/>
        <a:p>
          <a:r>
            <a:rPr lang="en-US" dirty="0" err="1" smtClean="0"/>
            <a:t>Thymeleaf</a:t>
          </a:r>
          <a:r>
            <a:rPr lang="en-US" dirty="0" smtClean="0"/>
            <a:t> Extras Security</a:t>
          </a:r>
          <a:endParaRPr lang="en-US" dirty="0"/>
        </a:p>
      </dgm:t>
    </dgm:pt>
    <dgm:pt modelId="{DAC12827-DA93-476C-8CF9-78E03E2BD90D}" type="parTrans" cxnId="{1E7C29C8-62FF-4DE9-AA3C-087210EB6293}">
      <dgm:prSet/>
      <dgm:spPr/>
      <dgm:t>
        <a:bodyPr/>
        <a:lstStyle/>
        <a:p>
          <a:endParaRPr lang="en-US"/>
        </a:p>
      </dgm:t>
    </dgm:pt>
    <dgm:pt modelId="{E3B14B82-95A9-4C26-8B55-DA9CE8370440}" type="sibTrans" cxnId="{1E7C29C8-62FF-4DE9-AA3C-087210EB6293}">
      <dgm:prSet/>
      <dgm:spPr/>
      <dgm:t>
        <a:bodyPr/>
        <a:lstStyle/>
        <a:p>
          <a:endParaRPr lang="en-US"/>
        </a:p>
      </dgm:t>
    </dgm:pt>
    <dgm:pt modelId="{E3A122F6-A1A8-4134-89E8-0E666AC75898}">
      <dgm:prSet phldrT="[Text]" custT="1"/>
      <dgm:spPr/>
      <dgm:t>
        <a:bodyPr/>
        <a:lstStyle/>
        <a:p>
          <a:r>
            <a:rPr lang="en-US" sz="4800" dirty="0" smtClean="0"/>
            <a:t>Authentication</a:t>
          </a:r>
          <a:endParaRPr lang="en-US" sz="4800" b="1" dirty="0"/>
        </a:p>
      </dgm:t>
    </dgm:pt>
    <dgm:pt modelId="{452E0800-4757-45A2-A151-FFE91DA03EC8}" type="parTrans" cxnId="{9EAB197D-D893-4CA6-B4C8-15069B60F19A}">
      <dgm:prSet/>
      <dgm:spPr/>
      <dgm:t>
        <a:bodyPr/>
        <a:lstStyle/>
        <a:p>
          <a:endParaRPr lang="en-US"/>
        </a:p>
      </dgm:t>
    </dgm:pt>
    <dgm:pt modelId="{9E86AD3B-DA25-4398-9CD4-9525AFDB59A9}" type="sibTrans" cxnId="{9EAB197D-D893-4CA6-B4C8-15069B60F19A}">
      <dgm:prSet/>
      <dgm:spPr/>
      <dgm:t>
        <a:bodyPr/>
        <a:lstStyle/>
        <a:p>
          <a:endParaRPr lang="en-US"/>
        </a:p>
      </dgm:t>
    </dgm:pt>
    <dgm:pt modelId="{8C202E20-5C0C-4757-9E8E-EC1605106154}">
      <dgm:prSet phldrT="[Text]" custT="1"/>
      <dgm:spPr/>
      <dgm:t>
        <a:bodyPr/>
        <a:lstStyle/>
        <a:p>
          <a:r>
            <a:rPr lang="en-US" sz="4800" b="0" dirty="0" smtClean="0"/>
            <a:t>Authorization</a:t>
          </a:r>
          <a:endParaRPr lang="en-US" sz="4800" b="0" dirty="0"/>
        </a:p>
      </dgm:t>
    </dgm:pt>
    <dgm:pt modelId="{078E1868-CBF6-4428-8F85-ABB86E609533}" type="parTrans" cxnId="{41446413-6DEA-4AE3-8971-DA1104905683}">
      <dgm:prSet/>
      <dgm:spPr/>
      <dgm:t>
        <a:bodyPr/>
        <a:lstStyle/>
        <a:p>
          <a:endParaRPr lang="en-US"/>
        </a:p>
      </dgm:t>
    </dgm:pt>
    <dgm:pt modelId="{DD86073F-176E-4628-9E87-A4A376C554DC}" type="sibTrans" cxnId="{41446413-6DEA-4AE3-8971-DA1104905683}">
      <dgm:prSet/>
      <dgm:spPr/>
      <dgm:t>
        <a:bodyPr/>
        <a:lstStyle/>
        <a:p>
          <a:endParaRPr lang="en-US"/>
        </a:p>
      </dgm:t>
    </dgm:pt>
    <dgm:pt modelId="{46E1E0FA-038C-4C17-9542-BE17D8926C3C}">
      <dgm:prSet phldrT="[Text]" custT="1"/>
      <dgm:spPr/>
      <dgm:t>
        <a:bodyPr/>
        <a:lstStyle/>
        <a:p>
          <a:endParaRPr lang="en-US" sz="4800" b="1" dirty="0"/>
        </a:p>
      </dgm:t>
    </dgm:pt>
    <dgm:pt modelId="{95A5C94D-7D7D-4005-8342-41C483B8B7AC}" type="parTrans" cxnId="{270E7F00-53C5-485F-814B-86253CF74393}">
      <dgm:prSet/>
      <dgm:spPr/>
      <dgm:t>
        <a:bodyPr/>
        <a:lstStyle/>
        <a:p>
          <a:endParaRPr lang="en-US"/>
        </a:p>
      </dgm:t>
    </dgm:pt>
    <dgm:pt modelId="{4F21593C-9F33-4CD2-A589-343F91400663}" type="sibTrans" cxnId="{270E7F00-53C5-485F-814B-86253CF74393}">
      <dgm:prSet/>
      <dgm:spPr/>
      <dgm:t>
        <a:bodyPr/>
        <a:lstStyle/>
        <a:p>
          <a:endParaRPr lang="en-US"/>
        </a:p>
      </dgm:t>
    </dgm:pt>
    <dgm:pt modelId="{64724282-D14A-4E29-8684-AA6E743FC48A}">
      <dgm:prSet phldrT="[Text]"/>
      <dgm:spPr/>
      <dgm:t>
        <a:bodyPr/>
        <a:lstStyle/>
        <a:p>
          <a:endParaRPr lang="en-US" dirty="0"/>
        </a:p>
      </dgm:t>
    </dgm:pt>
    <dgm:pt modelId="{A43DDF3E-4633-44A8-9CAA-5C23BFB41C57}" type="parTrans" cxnId="{DFDC4F8D-E0C2-4BEC-AF09-4FD68EF36A0F}">
      <dgm:prSet/>
      <dgm:spPr/>
      <dgm:t>
        <a:bodyPr/>
        <a:lstStyle/>
        <a:p>
          <a:endParaRPr lang="en-US"/>
        </a:p>
      </dgm:t>
    </dgm:pt>
    <dgm:pt modelId="{0753DB2D-25F8-443C-B4F8-E824C0CD992D}" type="sibTrans" cxnId="{DFDC4F8D-E0C2-4BEC-AF09-4FD68EF36A0F}">
      <dgm:prSet/>
      <dgm:spPr/>
      <dgm:t>
        <a:bodyPr/>
        <a:lstStyle/>
        <a:p>
          <a:endParaRPr lang="en-US"/>
        </a:p>
      </dgm:t>
    </dgm:pt>
    <dgm:pt modelId="{FFF31320-5763-4E76-9FB7-BE375D78A57C}">
      <dgm:prSet phldrT="[Text]"/>
      <dgm:spPr/>
      <dgm:t>
        <a:bodyPr/>
        <a:lstStyle/>
        <a:p>
          <a:endParaRPr lang="en-US" dirty="0"/>
        </a:p>
      </dgm:t>
    </dgm:pt>
    <dgm:pt modelId="{C46B21C1-10BD-4C2F-A114-E86473DAA306}" type="parTrans" cxnId="{3A15420B-0D36-4F96-990F-8562DBFD950E}">
      <dgm:prSet/>
      <dgm:spPr/>
      <dgm:t>
        <a:bodyPr/>
        <a:lstStyle/>
        <a:p>
          <a:endParaRPr lang="en-US"/>
        </a:p>
      </dgm:t>
    </dgm:pt>
    <dgm:pt modelId="{BC4A23FE-DEF2-448D-956C-436AA83FAFC7}" type="sibTrans" cxnId="{3A15420B-0D36-4F96-990F-8562DBFD950E}">
      <dgm:prSet/>
      <dgm:spPr/>
      <dgm:t>
        <a:bodyPr/>
        <a:lstStyle/>
        <a:p>
          <a:endParaRPr lang="en-US"/>
        </a:p>
      </dgm:t>
    </dgm:pt>
    <dgm:pt modelId="{8F3BA8F0-C4ED-4B6E-A67B-92094030FF7E}">
      <dgm:prSet phldrT="[Text]" custT="1"/>
      <dgm:spPr/>
      <dgm:t>
        <a:bodyPr/>
        <a:lstStyle/>
        <a:p>
          <a:endParaRPr lang="en-US" sz="4800" b="1" dirty="0"/>
        </a:p>
      </dgm:t>
    </dgm:pt>
    <dgm:pt modelId="{A912D619-0EFB-46A5-B293-8DC1CBA445F1}" type="parTrans" cxnId="{36C881E8-F042-46DC-BD14-FC0F7AC85EAC}">
      <dgm:prSet/>
      <dgm:spPr/>
      <dgm:t>
        <a:bodyPr/>
        <a:lstStyle/>
        <a:p>
          <a:endParaRPr lang="en-US"/>
        </a:p>
      </dgm:t>
    </dgm:pt>
    <dgm:pt modelId="{6E1AE79A-F007-4034-A1D7-5BA1DBBB5E6C}" type="sibTrans" cxnId="{36C881E8-F042-46DC-BD14-FC0F7AC85EAC}">
      <dgm:prSet/>
      <dgm:spPr/>
      <dgm:t>
        <a:bodyPr/>
        <a:lstStyle/>
        <a:p>
          <a:endParaRPr lang="en-US"/>
        </a:p>
      </dgm:t>
    </dgm:pt>
    <dgm:pt modelId="{8178D5E9-81A5-4F57-A9E9-B5F004A13590}" type="pres">
      <dgm:prSet presAssocID="{1B2CB819-52DA-49C3-A43B-E9B25D00089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4DF0081-323B-4071-9DE3-F142E9D202F3}" type="pres">
      <dgm:prSet presAssocID="{46E1E0FA-038C-4C17-9542-BE17D8926C3C}" presName="composite" presStyleCnt="0"/>
      <dgm:spPr/>
      <dgm:t>
        <a:bodyPr/>
        <a:lstStyle/>
        <a:p>
          <a:endParaRPr lang="en-US"/>
        </a:p>
      </dgm:t>
    </dgm:pt>
    <dgm:pt modelId="{0ED16AC2-72D4-4571-B505-5E03F68BDA19}" type="pres">
      <dgm:prSet presAssocID="{46E1E0FA-038C-4C17-9542-BE17D8926C3C}" presName="parentText" presStyleLbl="align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CDC2B0-2A62-45BA-AEB9-F5B83603E7B7}" type="pres">
      <dgm:prSet presAssocID="{46E1E0FA-038C-4C17-9542-BE17D8926C3C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CB2B1-F1DE-4920-AFA5-BBEC3731E578}" type="pres">
      <dgm:prSet presAssocID="{4F21593C-9F33-4CD2-A589-343F91400663}" presName="sp" presStyleCnt="0"/>
      <dgm:spPr/>
      <dgm:t>
        <a:bodyPr/>
        <a:lstStyle/>
        <a:p>
          <a:endParaRPr lang="en-US"/>
        </a:p>
      </dgm:t>
    </dgm:pt>
    <dgm:pt modelId="{D3E349CC-9DED-4466-8105-D704A59E67B7}" type="pres">
      <dgm:prSet presAssocID="{64724282-D14A-4E29-8684-AA6E743FC48A}" presName="composite" presStyleCnt="0"/>
      <dgm:spPr/>
      <dgm:t>
        <a:bodyPr/>
        <a:lstStyle/>
        <a:p>
          <a:endParaRPr lang="en-US"/>
        </a:p>
      </dgm:t>
    </dgm:pt>
    <dgm:pt modelId="{F9F2AF16-AFCC-43C6-9237-ED81AC5B67B0}" type="pres">
      <dgm:prSet presAssocID="{64724282-D14A-4E29-8684-AA6E743FC48A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58FD21-B962-447A-AE40-577990949480}" type="pres">
      <dgm:prSet presAssocID="{64724282-D14A-4E29-8684-AA6E743FC48A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D0D17-88CD-40A7-BD26-D4B0E5599449}" type="pres">
      <dgm:prSet presAssocID="{0753DB2D-25F8-443C-B4F8-E824C0CD992D}" presName="sp" presStyleCnt="0"/>
      <dgm:spPr/>
      <dgm:t>
        <a:bodyPr/>
        <a:lstStyle/>
        <a:p>
          <a:endParaRPr lang="en-US"/>
        </a:p>
      </dgm:t>
    </dgm:pt>
    <dgm:pt modelId="{98108B1E-3D65-4BA8-935B-B0E6EF39FCC7}" type="pres">
      <dgm:prSet presAssocID="{8F3BA8F0-C4ED-4B6E-A67B-92094030FF7E}" presName="composite" presStyleCnt="0"/>
      <dgm:spPr/>
      <dgm:t>
        <a:bodyPr/>
        <a:lstStyle/>
        <a:p>
          <a:endParaRPr lang="en-US"/>
        </a:p>
      </dgm:t>
    </dgm:pt>
    <dgm:pt modelId="{F159ABD4-8715-439E-B37A-36AF83B799D2}" type="pres">
      <dgm:prSet presAssocID="{8F3BA8F0-C4ED-4B6E-A67B-92094030FF7E}" presName="parentText" presStyleLbl="align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43C8E6-65FB-4023-B040-14C52CB0217E}" type="pres">
      <dgm:prSet presAssocID="{8F3BA8F0-C4ED-4B6E-A67B-92094030FF7E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EC94CD-00C1-4197-8077-55EFEA3C900B}" type="pres">
      <dgm:prSet presAssocID="{6E1AE79A-F007-4034-A1D7-5BA1DBBB5E6C}" presName="sp" presStyleCnt="0"/>
      <dgm:spPr/>
      <dgm:t>
        <a:bodyPr/>
        <a:lstStyle/>
        <a:p>
          <a:endParaRPr lang="en-US"/>
        </a:p>
      </dgm:t>
    </dgm:pt>
    <dgm:pt modelId="{0E608656-AC01-49A9-B797-B17040E202DD}" type="pres">
      <dgm:prSet presAssocID="{FFF31320-5763-4E76-9FB7-BE375D78A57C}" presName="composite" presStyleCnt="0"/>
      <dgm:spPr/>
      <dgm:t>
        <a:bodyPr/>
        <a:lstStyle/>
        <a:p>
          <a:endParaRPr lang="en-US"/>
        </a:p>
      </dgm:t>
    </dgm:pt>
    <dgm:pt modelId="{D1458C4C-3FD6-4B17-B5D3-EDEC2DBA8FE7}" type="pres">
      <dgm:prSet presAssocID="{FFF31320-5763-4E76-9FB7-BE375D78A57C}" presName="parentText" presStyleLbl="align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EE4143-D344-40DB-8933-6B7B02DDFBDF}" type="pres">
      <dgm:prSet presAssocID="{FFF31320-5763-4E76-9FB7-BE375D78A57C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446413-6DEA-4AE3-8971-DA1104905683}" srcId="{8F3BA8F0-C4ED-4B6E-A67B-92094030FF7E}" destId="{8C202E20-5C0C-4757-9E8E-EC1605106154}" srcOrd="0" destOrd="0" parTransId="{078E1868-CBF6-4428-8F85-ABB86E609533}" sibTransId="{DD86073F-176E-4628-9E87-A4A376C554DC}"/>
    <dgm:cxn modelId="{E959838C-8016-42D3-85E9-E5B65BB754AA}" type="presOf" srcId="{8C202E20-5C0C-4757-9E8E-EC1605106154}" destId="{1043C8E6-65FB-4023-B040-14C52CB0217E}" srcOrd="0" destOrd="0" presId="urn:microsoft.com/office/officeart/2005/8/layout/chevron2"/>
    <dgm:cxn modelId="{03DD840B-4AE6-45EB-B7E0-5E5CEE9780CB}" type="presOf" srcId="{1B2CB819-52DA-49C3-A43B-E9B25D00089E}" destId="{8178D5E9-81A5-4F57-A9E9-B5F004A13590}" srcOrd="0" destOrd="0" presId="urn:microsoft.com/office/officeart/2005/8/layout/chevron2"/>
    <dgm:cxn modelId="{270E7F00-53C5-485F-814B-86253CF74393}" srcId="{1B2CB819-52DA-49C3-A43B-E9B25D00089E}" destId="{46E1E0FA-038C-4C17-9542-BE17D8926C3C}" srcOrd="0" destOrd="0" parTransId="{95A5C94D-7D7D-4005-8342-41C483B8B7AC}" sibTransId="{4F21593C-9F33-4CD2-A589-343F91400663}"/>
    <dgm:cxn modelId="{9EAB197D-D893-4CA6-B4C8-15069B60F19A}" srcId="{64724282-D14A-4E29-8684-AA6E743FC48A}" destId="{E3A122F6-A1A8-4134-89E8-0E666AC75898}" srcOrd="0" destOrd="0" parTransId="{452E0800-4757-45A2-A151-FFE91DA03EC8}" sibTransId="{9E86AD3B-DA25-4398-9CD4-9525AFDB59A9}"/>
    <dgm:cxn modelId="{6DBD42DB-3C8B-4AE5-B5C9-A0D39672E700}" type="presOf" srcId="{8F3BA8F0-C4ED-4B6E-A67B-92094030FF7E}" destId="{F159ABD4-8715-439E-B37A-36AF83B799D2}" srcOrd="0" destOrd="0" presId="urn:microsoft.com/office/officeart/2005/8/layout/chevron2"/>
    <dgm:cxn modelId="{3A15420B-0D36-4F96-990F-8562DBFD950E}" srcId="{1B2CB819-52DA-49C3-A43B-E9B25D00089E}" destId="{FFF31320-5763-4E76-9FB7-BE375D78A57C}" srcOrd="3" destOrd="0" parTransId="{C46B21C1-10BD-4C2F-A114-E86473DAA306}" sibTransId="{BC4A23FE-DEF2-448D-956C-436AA83FAFC7}"/>
    <dgm:cxn modelId="{DCB38D5F-CDC1-4841-AEFA-B7E2456AAEFE}" type="presOf" srcId="{DB211840-668E-460E-BFA7-431C971B8159}" destId="{72EE4143-D344-40DB-8933-6B7B02DDFBDF}" srcOrd="0" destOrd="0" presId="urn:microsoft.com/office/officeart/2005/8/layout/chevron2"/>
    <dgm:cxn modelId="{D24A13EE-6814-441C-88B8-567B43AF7DEA}" type="presOf" srcId="{E3A122F6-A1A8-4134-89E8-0E666AC75898}" destId="{0C58FD21-B962-447A-AE40-577990949480}" srcOrd="0" destOrd="0" presId="urn:microsoft.com/office/officeart/2005/8/layout/chevron2"/>
    <dgm:cxn modelId="{2676C67A-6434-4DD2-A231-62307C867721}" type="presOf" srcId="{46E1E0FA-038C-4C17-9542-BE17D8926C3C}" destId="{0ED16AC2-72D4-4571-B505-5E03F68BDA19}" srcOrd="0" destOrd="0" presId="urn:microsoft.com/office/officeart/2005/8/layout/chevron2"/>
    <dgm:cxn modelId="{72A7D383-D838-4A55-8688-AE3DB17EAA0F}" srcId="{46E1E0FA-038C-4C17-9542-BE17D8926C3C}" destId="{408E9CFE-02C4-4E9F-A2FF-1832087557B0}" srcOrd="0" destOrd="0" parTransId="{DC1BC18E-999D-4194-801D-C051843625EF}" sibTransId="{665F8B6B-8366-46BB-8E4E-2855AC696B9E}"/>
    <dgm:cxn modelId="{DFDC4F8D-E0C2-4BEC-AF09-4FD68EF36A0F}" srcId="{1B2CB819-52DA-49C3-A43B-E9B25D00089E}" destId="{64724282-D14A-4E29-8684-AA6E743FC48A}" srcOrd="1" destOrd="0" parTransId="{A43DDF3E-4633-44A8-9CAA-5C23BFB41C57}" sibTransId="{0753DB2D-25F8-443C-B4F8-E824C0CD992D}"/>
    <dgm:cxn modelId="{C6212587-B00C-405F-BF6D-08282D1F6556}" type="presOf" srcId="{64724282-D14A-4E29-8684-AA6E743FC48A}" destId="{F9F2AF16-AFCC-43C6-9237-ED81AC5B67B0}" srcOrd="0" destOrd="0" presId="urn:microsoft.com/office/officeart/2005/8/layout/chevron2"/>
    <dgm:cxn modelId="{1E7C29C8-62FF-4DE9-AA3C-087210EB6293}" srcId="{FFF31320-5763-4E76-9FB7-BE375D78A57C}" destId="{DB211840-668E-460E-BFA7-431C971B8159}" srcOrd="0" destOrd="0" parTransId="{DAC12827-DA93-476C-8CF9-78E03E2BD90D}" sibTransId="{E3B14B82-95A9-4C26-8B55-DA9CE8370440}"/>
    <dgm:cxn modelId="{45C09D01-9C7C-401B-AD86-E171E0A81BAD}" type="presOf" srcId="{408E9CFE-02C4-4E9F-A2FF-1832087557B0}" destId="{7DCDC2B0-2A62-45BA-AEB9-F5B83603E7B7}" srcOrd="0" destOrd="0" presId="urn:microsoft.com/office/officeart/2005/8/layout/chevron2"/>
    <dgm:cxn modelId="{69BDDA2B-4FB2-4A80-807F-C0D4EC395CD4}" type="presOf" srcId="{FFF31320-5763-4E76-9FB7-BE375D78A57C}" destId="{D1458C4C-3FD6-4B17-B5D3-EDEC2DBA8FE7}" srcOrd="0" destOrd="0" presId="urn:microsoft.com/office/officeart/2005/8/layout/chevron2"/>
    <dgm:cxn modelId="{36C881E8-F042-46DC-BD14-FC0F7AC85EAC}" srcId="{1B2CB819-52DA-49C3-A43B-E9B25D00089E}" destId="{8F3BA8F0-C4ED-4B6E-A67B-92094030FF7E}" srcOrd="2" destOrd="0" parTransId="{A912D619-0EFB-46A5-B293-8DC1CBA445F1}" sibTransId="{6E1AE79A-F007-4034-A1D7-5BA1DBBB5E6C}"/>
    <dgm:cxn modelId="{1BCA4E01-60EC-46D8-ACFA-749A2E95410A}" type="presParOf" srcId="{8178D5E9-81A5-4F57-A9E9-B5F004A13590}" destId="{24DF0081-323B-4071-9DE3-F142E9D202F3}" srcOrd="0" destOrd="0" presId="urn:microsoft.com/office/officeart/2005/8/layout/chevron2"/>
    <dgm:cxn modelId="{6A9D849B-021C-4D9E-A290-B66945BB0626}" type="presParOf" srcId="{24DF0081-323B-4071-9DE3-F142E9D202F3}" destId="{0ED16AC2-72D4-4571-B505-5E03F68BDA19}" srcOrd="0" destOrd="0" presId="urn:microsoft.com/office/officeart/2005/8/layout/chevron2"/>
    <dgm:cxn modelId="{D3E4D9FA-7282-415C-AD1A-DD6BB2EF90C1}" type="presParOf" srcId="{24DF0081-323B-4071-9DE3-F142E9D202F3}" destId="{7DCDC2B0-2A62-45BA-AEB9-F5B83603E7B7}" srcOrd="1" destOrd="0" presId="urn:microsoft.com/office/officeart/2005/8/layout/chevron2"/>
    <dgm:cxn modelId="{4B53C586-29D7-4013-BD3B-71656CA90C1A}" type="presParOf" srcId="{8178D5E9-81A5-4F57-A9E9-B5F004A13590}" destId="{41CCB2B1-F1DE-4920-AFA5-BBEC3731E578}" srcOrd="1" destOrd="0" presId="urn:microsoft.com/office/officeart/2005/8/layout/chevron2"/>
    <dgm:cxn modelId="{717BABFF-C7AA-4FD9-B725-90AF1BF9F9B3}" type="presParOf" srcId="{8178D5E9-81A5-4F57-A9E9-B5F004A13590}" destId="{D3E349CC-9DED-4466-8105-D704A59E67B7}" srcOrd="2" destOrd="0" presId="urn:microsoft.com/office/officeart/2005/8/layout/chevron2"/>
    <dgm:cxn modelId="{CBC2B7D1-04E4-49E3-8453-8C9A81585138}" type="presParOf" srcId="{D3E349CC-9DED-4466-8105-D704A59E67B7}" destId="{F9F2AF16-AFCC-43C6-9237-ED81AC5B67B0}" srcOrd="0" destOrd="0" presId="urn:microsoft.com/office/officeart/2005/8/layout/chevron2"/>
    <dgm:cxn modelId="{2692F45A-6016-42FF-9B6A-C1E81BF826B1}" type="presParOf" srcId="{D3E349CC-9DED-4466-8105-D704A59E67B7}" destId="{0C58FD21-B962-447A-AE40-577990949480}" srcOrd="1" destOrd="0" presId="urn:microsoft.com/office/officeart/2005/8/layout/chevron2"/>
    <dgm:cxn modelId="{93B4BD25-BC45-4A15-B598-744FF1CA703B}" type="presParOf" srcId="{8178D5E9-81A5-4F57-A9E9-B5F004A13590}" destId="{166D0D17-88CD-40A7-BD26-D4B0E5599449}" srcOrd="3" destOrd="0" presId="urn:microsoft.com/office/officeart/2005/8/layout/chevron2"/>
    <dgm:cxn modelId="{8776BEC4-F7B3-4E09-817A-9139BBFA999A}" type="presParOf" srcId="{8178D5E9-81A5-4F57-A9E9-B5F004A13590}" destId="{98108B1E-3D65-4BA8-935B-B0E6EF39FCC7}" srcOrd="4" destOrd="0" presId="urn:microsoft.com/office/officeart/2005/8/layout/chevron2"/>
    <dgm:cxn modelId="{1F0D76EA-2187-4812-A382-1447AFA2CBA9}" type="presParOf" srcId="{98108B1E-3D65-4BA8-935B-B0E6EF39FCC7}" destId="{F159ABD4-8715-439E-B37A-36AF83B799D2}" srcOrd="0" destOrd="0" presId="urn:microsoft.com/office/officeart/2005/8/layout/chevron2"/>
    <dgm:cxn modelId="{7F59F36D-AC69-478F-BACF-F4E2C14084CA}" type="presParOf" srcId="{98108B1E-3D65-4BA8-935B-B0E6EF39FCC7}" destId="{1043C8E6-65FB-4023-B040-14C52CB0217E}" srcOrd="1" destOrd="0" presId="urn:microsoft.com/office/officeart/2005/8/layout/chevron2"/>
    <dgm:cxn modelId="{871E020D-2CAB-482B-80DA-3957302764BE}" type="presParOf" srcId="{8178D5E9-81A5-4F57-A9E9-B5F004A13590}" destId="{2BEC94CD-00C1-4197-8077-55EFEA3C900B}" srcOrd="5" destOrd="0" presId="urn:microsoft.com/office/officeart/2005/8/layout/chevron2"/>
    <dgm:cxn modelId="{37D33692-C733-49BA-B740-FE9A8F2A9035}" type="presParOf" srcId="{8178D5E9-81A5-4F57-A9E9-B5F004A13590}" destId="{0E608656-AC01-49A9-B797-B17040E202DD}" srcOrd="6" destOrd="0" presId="urn:microsoft.com/office/officeart/2005/8/layout/chevron2"/>
    <dgm:cxn modelId="{9C547FCD-567B-447D-8B40-7D6A8C64F94B}" type="presParOf" srcId="{0E608656-AC01-49A9-B797-B17040E202DD}" destId="{D1458C4C-3FD6-4B17-B5D3-EDEC2DBA8FE7}" srcOrd="0" destOrd="0" presId="urn:microsoft.com/office/officeart/2005/8/layout/chevron2"/>
    <dgm:cxn modelId="{6B9A1FBF-6FF0-40E4-8E8F-10A342E4119C}" type="presParOf" srcId="{0E608656-AC01-49A9-B797-B17040E202DD}" destId="{72EE4143-D344-40DB-8933-6B7B02DDFBD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D620F6-25F1-47D2-A1FD-443F9C2BCF1A}" type="doc">
      <dgm:prSet loTypeId="urn:microsoft.com/office/officeart/2005/8/layout/hierarchy1" loCatId="hierarchy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4FD72F71-55A6-42EB-9CB9-14ACF3A115AC}">
      <dgm:prSet phldrT="[Text]"/>
      <dgm:spPr/>
      <dgm:t>
        <a:bodyPr/>
        <a:lstStyle/>
        <a:p>
          <a:r>
            <a:rPr lang="en-US" dirty="0" smtClean="0"/>
            <a:t>Authorizing</a:t>
          </a:r>
          <a:endParaRPr lang="en-US" dirty="0"/>
        </a:p>
      </dgm:t>
    </dgm:pt>
    <dgm:pt modelId="{E72D226D-4D61-4659-AFBB-C8C9757EAD86}" type="parTrans" cxnId="{B97E82CB-531A-4C05-A93B-A61CA4BFE174}">
      <dgm:prSet/>
      <dgm:spPr/>
      <dgm:t>
        <a:bodyPr/>
        <a:lstStyle/>
        <a:p>
          <a:endParaRPr lang="en-US"/>
        </a:p>
      </dgm:t>
    </dgm:pt>
    <dgm:pt modelId="{67CD8192-9E6E-4807-B263-77FC00A49976}" type="sibTrans" cxnId="{B97E82CB-531A-4C05-A93B-A61CA4BFE174}">
      <dgm:prSet/>
      <dgm:spPr/>
      <dgm:t>
        <a:bodyPr/>
        <a:lstStyle/>
        <a:p>
          <a:endParaRPr lang="en-US"/>
        </a:p>
      </dgm:t>
    </dgm:pt>
    <dgm:pt modelId="{6E61E3B6-49C4-4216-A1B9-50D8537BABA1}">
      <dgm:prSet phldrT="[Text]"/>
      <dgm:spPr/>
      <dgm:t>
        <a:bodyPr/>
        <a:lstStyle/>
        <a:p>
          <a:r>
            <a:rPr lang="en-US" dirty="0" smtClean="0"/>
            <a:t>1</a:t>
          </a:r>
        </a:p>
        <a:p>
          <a:r>
            <a:rPr lang="en-US" dirty="0" smtClean="0"/>
            <a:t>Configuration</a:t>
          </a:r>
          <a:endParaRPr lang="en-US" dirty="0"/>
        </a:p>
      </dgm:t>
    </dgm:pt>
    <dgm:pt modelId="{A18C0590-F0AD-4BB6-91EA-B3BB4E5101C9}" type="parTrans" cxnId="{CCD51093-066D-42ED-A6EC-56FD17AFAB25}">
      <dgm:prSet/>
      <dgm:spPr/>
      <dgm:t>
        <a:bodyPr/>
        <a:lstStyle/>
        <a:p>
          <a:endParaRPr lang="en-US"/>
        </a:p>
      </dgm:t>
    </dgm:pt>
    <dgm:pt modelId="{D5FDF553-1B49-4EFB-B7B5-83D7B289200E}" type="sibTrans" cxnId="{CCD51093-066D-42ED-A6EC-56FD17AFAB25}">
      <dgm:prSet/>
      <dgm:spPr/>
      <dgm:t>
        <a:bodyPr/>
        <a:lstStyle/>
        <a:p>
          <a:endParaRPr lang="en-US"/>
        </a:p>
      </dgm:t>
    </dgm:pt>
    <dgm:pt modelId="{B4C8666E-D7A8-43DC-815D-6D241D6A3263}">
      <dgm:prSet phldrT="[Text]"/>
      <dgm:spPr/>
      <dgm:t>
        <a:bodyPr/>
        <a:lstStyle/>
        <a:p>
          <a:r>
            <a:rPr lang="en-US" dirty="0" smtClean="0"/>
            <a:t>2</a:t>
          </a:r>
        </a:p>
        <a:p>
          <a:r>
            <a:rPr lang="en-US" dirty="0" smtClean="0"/>
            <a:t>@</a:t>
          </a:r>
          <a:r>
            <a:rPr lang="en-US" dirty="0" err="1" smtClean="0"/>
            <a:t>PreAuthorize</a:t>
          </a:r>
          <a:endParaRPr lang="en-US" dirty="0"/>
        </a:p>
      </dgm:t>
    </dgm:pt>
    <dgm:pt modelId="{AFD038E4-B17A-4521-AB39-F78FDBC6B208}" type="parTrans" cxnId="{4E3FCE74-16F1-474F-AEF4-BA80212C84FA}">
      <dgm:prSet/>
      <dgm:spPr/>
      <dgm:t>
        <a:bodyPr/>
        <a:lstStyle/>
        <a:p>
          <a:endParaRPr lang="en-US"/>
        </a:p>
      </dgm:t>
    </dgm:pt>
    <dgm:pt modelId="{FF02ECD8-104A-4E3C-A75C-45E8D787C32C}" type="sibTrans" cxnId="{4E3FCE74-16F1-474F-AEF4-BA80212C84FA}">
      <dgm:prSet/>
      <dgm:spPr/>
      <dgm:t>
        <a:bodyPr/>
        <a:lstStyle/>
        <a:p>
          <a:endParaRPr lang="en-US"/>
        </a:p>
      </dgm:t>
    </dgm:pt>
    <dgm:pt modelId="{3F0FFA01-551E-4148-B629-C6A274F7C579}">
      <dgm:prSet phldrT="[Text]"/>
      <dgm:spPr/>
      <dgm:t>
        <a:bodyPr/>
        <a:lstStyle/>
        <a:p>
          <a:r>
            <a:rPr lang="en-US" dirty="0" smtClean="0"/>
            <a:t>3</a:t>
          </a:r>
        </a:p>
        <a:p>
          <a:r>
            <a:rPr lang="en-US" dirty="0" smtClean="0"/>
            <a:t>Programming</a:t>
          </a:r>
          <a:endParaRPr lang="en-US" dirty="0"/>
        </a:p>
      </dgm:t>
    </dgm:pt>
    <dgm:pt modelId="{FDE386F3-CCFA-4B1B-9A54-3F2AB2DE86D1}" type="parTrans" cxnId="{966A3D87-2E7D-4388-9077-CE09995197B0}">
      <dgm:prSet/>
      <dgm:spPr/>
      <dgm:t>
        <a:bodyPr/>
        <a:lstStyle/>
        <a:p>
          <a:endParaRPr lang="en-US"/>
        </a:p>
      </dgm:t>
    </dgm:pt>
    <dgm:pt modelId="{ED2D83A2-EB97-4E45-AFBC-B615037A7D44}" type="sibTrans" cxnId="{966A3D87-2E7D-4388-9077-CE09995197B0}">
      <dgm:prSet/>
      <dgm:spPr/>
      <dgm:t>
        <a:bodyPr/>
        <a:lstStyle/>
        <a:p>
          <a:endParaRPr lang="en-US"/>
        </a:p>
      </dgm:t>
    </dgm:pt>
    <dgm:pt modelId="{3C97B06F-A3E5-47A8-9D0F-FE1D80CD0F60}">
      <dgm:prSet phldrT="[Text]"/>
      <dgm:spPr/>
      <dgm:t>
        <a:bodyPr/>
        <a:lstStyle/>
        <a:p>
          <a:r>
            <a:rPr lang="en-US" dirty="0" smtClean="0"/>
            <a:t>4</a:t>
          </a:r>
        </a:p>
        <a:p>
          <a:r>
            <a:rPr lang="en-US" dirty="0" err="1" smtClean="0"/>
            <a:t>Thymeleaf</a:t>
          </a:r>
          <a:endParaRPr lang="en-US" dirty="0"/>
        </a:p>
      </dgm:t>
    </dgm:pt>
    <dgm:pt modelId="{15351766-1A4B-43EF-881B-EC0804D61627}" type="parTrans" cxnId="{C4F5F14F-EBD2-4A3E-A038-F837610ED4FB}">
      <dgm:prSet/>
      <dgm:spPr/>
      <dgm:t>
        <a:bodyPr/>
        <a:lstStyle/>
        <a:p>
          <a:endParaRPr lang="en-US"/>
        </a:p>
      </dgm:t>
    </dgm:pt>
    <dgm:pt modelId="{D5411305-C764-4935-AC7A-5C70CF9BB6DD}" type="sibTrans" cxnId="{C4F5F14F-EBD2-4A3E-A038-F837610ED4FB}">
      <dgm:prSet/>
      <dgm:spPr/>
      <dgm:t>
        <a:bodyPr/>
        <a:lstStyle/>
        <a:p>
          <a:endParaRPr lang="en-US"/>
        </a:p>
      </dgm:t>
    </dgm:pt>
    <dgm:pt modelId="{3364D62B-4027-4B5B-BA64-18D208BA7A14}" type="pres">
      <dgm:prSet presAssocID="{27D620F6-25F1-47D2-A1FD-443F9C2BCF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A81CB37-4949-49BC-AA04-DCD328C5EFD4}" type="pres">
      <dgm:prSet presAssocID="{4FD72F71-55A6-42EB-9CB9-14ACF3A115AC}" presName="hierRoot1" presStyleCnt="0"/>
      <dgm:spPr/>
    </dgm:pt>
    <dgm:pt modelId="{E1639B64-25FE-436B-B5BB-62EECA3EABEC}" type="pres">
      <dgm:prSet presAssocID="{4FD72F71-55A6-42EB-9CB9-14ACF3A115AC}" presName="composite" presStyleCnt="0"/>
      <dgm:spPr/>
    </dgm:pt>
    <dgm:pt modelId="{B8AE62EC-C1DB-493B-9681-40C937842751}" type="pres">
      <dgm:prSet presAssocID="{4FD72F71-55A6-42EB-9CB9-14ACF3A115AC}" presName="background" presStyleLbl="node0" presStyleIdx="0" presStyleCnt="1"/>
      <dgm:spPr/>
    </dgm:pt>
    <dgm:pt modelId="{2AEC471C-41C0-4863-881D-487C8B3B3BCB}" type="pres">
      <dgm:prSet presAssocID="{4FD72F71-55A6-42EB-9CB9-14ACF3A115AC}" presName="text" presStyleLbl="fgAcc0" presStyleIdx="0" presStyleCnt="1" custScaleY="737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F24457-7B7B-4F12-A16A-E7AD51ECE999}" type="pres">
      <dgm:prSet presAssocID="{4FD72F71-55A6-42EB-9CB9-14ACF3A115AC}" presName="hierChild2" presStyleCnt="0"/>
      <dgm:spPr/>
    </dgm:pt>
    <dgm:pt modelId="{0072F12D-4593-4A7F-AD20-1507B9C29951}" type="pres">
      <dgm:prSet presAssocID="{A18C0590-F0AD-4BB6-91EA-B3BB4E5101C9}" presName="Name10" presStyleLbl="parChTrans1D2" presStyleIdx="0" presStyleCnt="4"/>
      <dgm:spPr/>
      <dgm:t>
        <a:bodyPr/>
        <a:lstStyle/>
        <a:p>
          <a:endParaRPr lang="en-US"/>
        </a:p>
      </dgm:t>
    </dgm:pt>
    <dgm:pt modelId="{0603683D-45F9-41E0-8C01-03DD878944F8}" type="pres">
      <dgm:prSet presAssocID="{6E61E3B6-49C4-4216-A1B9-50D8537BABA1}" presName="hierRoot2" presStyleCnt="0"/>
      <dgm:spPr/>
    </dgm:pt>
    <dgm:pt modelId="{A9D25E58-C5D0-4B16-9DEB-4BE6B2968A6C}" type="pres">
      <dgm:prSet presAssocID="{6E61E3B6-49C4-4216-A1B9-50D8537BABA1}" presName="composite2" presStyleCnt="0"/>
      <dgm:spPr/>
    </dgm:pt>
    <dgm:pt modelId="{5935CD0E-7405-4063-9EF4-95FCCDA85ED6}" type="pres">
      <dgm:prSet presAssocID="{6E61E3B6-49C4-4216-A1B9-50D8537BABA1}" presName="background2" presStyleLbl="node2" presStyleIdx="0" presStyleCnt="4"/>
      <dgm:spPr/>
    </dgm:pt>
    <dgm:pt modelId="{1A42FAC0-F9C0-4E6A-8F9C-531B9049CE05}" type="pres">
      <dgm:prSet presAssocID="{6E61E3B6-49C4-4216-A1B9-50D8537BABA1}" presName="text2" presStyleLbl="fgAcc2" presStyleIdx="0" presStyleCnt="4" custScaleY="737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9EC7167-9BCA-480A-A5BE-B86CD17A1507}" type="pres">
      <dgm:prSet presAssocID="{6E61E3B6-49C4-4216-A1B9-50D8537BABA1}" presName="hierChild3" presStyleCnt="0"/>
      <dgm:spPr/>
    </dgm:pt>
    <dgm:pt modelId="{B2A1CC51-3227-41CD-9D91-B01B8925BCE6}" type="pres">
      <dgm:prSet presAssocID="{AFD038E4-B17A-4521-AB39-F78FDBC6B208}" presName="Name10" presStyleLbl="parChTrans1D2" presStyleIdx="1" presStyleCnt="4"/>
      <dgm:spPr/>
      <dgm:t>
        <a:bodyPr/>
        <a:lstStyle/>
        <a:p>
          <a:endParaRPr lang="en-US"/>
        </a:p>
      </dgm:t>
    </dgm:pt>
    <dgm:pt modelId="{827CBD4F-6912-46F4-B746-006755D8BC11}" type="pres">
      <dgm:prSet presAssocID="{B4C8666E-D7A8-43DC-815D-6D241D6A3263}" presName="hierRoot2" presStyleCnt="0"/>
      <dgm:spPr/>
    </dgm:pt>
    <dgm:pt modelId="{1045CE55-FC95-49B6-A1A5-9021E89FAC66}" type="pres">
      <dgm:prSet presAssocID="{B4C8666E-D7A8-43DC-815D-6D241D6A3263}" presName="composite2" presStyleCnt="0"/>
      <dgm:spPr/>
    </dgm:pt>
    <dgm:pt modelId="{69BBF020-9B74-4CA9-84AC-A1EA033B7140}" type="pres">
      <dgm:prSet presAssocID="{B4C8666E-D7A8-43DC-815D-6D241D6A3263}" presName="background2" presStyleLbl="node2" presStyleIdx="1" presStyleCnt="4"/>
      <dgm:spPr/>
    </dgm:pt>
    <dgm:pt modelId="{393571E4-F32E-4C99-8045-F8785CA25B80}" type="pres">
      <dgm:prSet presAssocID="{B4C8666E-D7A8-43DC-815D-6D241D6A3263}" presName="text2" presStyleLbl="fgAcc2" presStyleIdx="1" presStyleCnt="4" custScaleY="737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6B1FF46-5031-4F5C-9C2C-95B0E6372962}" type="pres">
      <dgm:prSet presAssocID="{B4C8666E-D7A8-43DC-815D-6D241D6A3263}" presName="hierChild3" presStyleCnt="0"/>
      <dgm:spPr/>
    </dgm:pt>
    <dgm:pt modelId="{1A05DECE-CFED-43CF-8FC7-AA350C5CC785}" type="pres">
      <dgm:prSet presAssocID="{FDE386F3-CCFA-4B1B-9A54-3F2AB2DE86D1}" presName="Name10" presStyleLbl="parChTrans1D2" presStyleIdx="2" presStyleCnt="4"/>
      <dgm:spPr/>
      <dgm:t>
        <a:bodyPr/>
        <a:lstStyle/>
        <a:p>
          <a:endParaRPr lang="en-US"/>
        </a:p>
      </dgm:t>
    </dgm:pt>
    <dgm:pt modelId="{84310B41-3010-4BE5-9CD5-0651B4DDEDC5}" type="pres">
      <dgm:prSet presAssocID="{3F0FFA01-551E-4148-B629-C6A274F7C579}" presName="hierRoot2" presStyleCnt="0"/>
      <dgm:spPr/>
    </dgm:pt>
    <dgm:pt modelId="{9D107CE1-0F20-458E-94B1-3CE4DA8A3F73}" type="pres">
      <dgm:prSet presAssocID="{3F0FFA01-551E-4148-B629-C6A274F7C579}" presName="composite2" presStyleCnt="0"/>
      <dgm:spPr/>
    </dgm:pt>
    <dgm:pt modelId="{2FEC101A-B6B2-498E-853B-81A828EE0C7A}" type="pres">
      <dgm:prSet presAssocID="{3F0FFA01-551E-4148-B629-C6A274F7C579}" presName="background2" presStyleLbl="node2" presStyleIdx="2" presStyleCnt="4"/>
      <dgm:spPr/>
    </dgm:pt>
    <dgm:pt modelId="{9705CF19-A5F4-4D32-A2B2-5CF0871727BE}" type="pres">
      <dgm:prSet presAssocID="{3F0FFA01-551E-4148-B629-C6A274F7C579}" presName="text2" presStyleLbl="fgAcc2" presStyleIdx="2" presStyleCnt="4" custScaleY="737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D3920F-72C3-40A1-9D4C-720E160B2AE2}" type="pres">
      <dgm:prSet presAssocID="{3F0FFA01-551E-4148-B629-C6A274F7C579}" presName="hierChild3" presStyleCnt="0"/>
      <dgm:spPr/>
    </dgm:pt>
    <dgm:pt modelId="{D8A4BA8B-1FA9-4D95-893D-D17082DEB201}" type="pres">
      <dgm:prSet presAssocID="{15351766-1A4B-43EF-881B-EC0804D61627}" presName="Name10" presStyleLbl="parChTrans1D2" presStyleIdx="3" presStyleCnt="4"/>
      <dgm:spPr/>
      <dgm:t>
        <a:bodyPr/>
        <a:lstStyle/>
        <a:p>
          <a:endParaRPr lang="en-US"/>
        </a:p>
      </dgm:t>
    </dgm:pt>
    <dgm:pt modelId="{8129DE32-DF23-4182-914A-1AAA1426ECD0}" type="pres">
      <dgm:prSet presAssocID="{3C97B06F-A3E5-47A8-9D0F-FE1D80CD0F60}" presName="hierRoot2" presStyleCnt="0"/>
      <dgm:spPr/>
    </dgm:pt>
    <dgm:pt modelId="{80D8D994-B610-4AE9-A509-B2C1573312E2}" type="pres">
      <dgm:prSet presAssocID="{3C97B06F-A3E5-47A8-9D0F-FE1D80CD0F60}" presName="composite2" presStyleCnt="0"/>
      <dgm:spPr/>
    </dgm:pt>
    <dgm:pt modelId="{1DBF97A4-F8B3-4237-BBB9-600F3A1089C9}" type="pres">
      <dgm:prSet presAssocID="{3C97B06F-A3E5-47A8-9D0F-FE1D80CD0F60}" presName="background2" presStyleLbl="node2" presStyleIdx="3" presStyleCnt="4"/>
      <dgm:spPr/>
    </dgm:pt>
    <dgm:pt modelId="{CE17B2E1-0624-4E43-8ED8-F8598FF8B14F}" type="pres">
      <dgm:prSet presAssocID="{3C97B06F-A3E5-47A8-9D0F-FE1D80CD0F60}" presName="text2" presStyleLbl="fgAcc2" presStyleIdx="3" presStyleCnt="4" custScaleY="737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147BCBB-C5B5-40FA-9496-114566F263CC}" type="pres">
      <dgm:prSet presAssocID="{3C97B06F-A3E5-47A8-9D0F-FE1D80CD0F60}" presName="hierChild3" presStyleCnt="0"/>
      <dgm:spPr/>
    </dgm:pt>
  </dgm:ptLst>
  <dgm:cxnLst>
    <dgm:cxn modelId="{B3CCF901-34B0-4105-A972-27E424EADA1C}" type="presOf" srcId="{4FD72F71-55A6-42EB-9CB9-14ACF3A115AC}" destId="{2AEC471C-41C0-4863-881D-487C8B3B3BCB}" srcOrd="0" destOrd="0" presId="urn:microsoft.com/office/officeart/2005/8/layout/hierarchy1"/>
    <dgm:cxn modelId="{BC1A9DB0-5330-400F-858F-3A43D667CF99}" type="presOf" srcId="{6E61E3B6-49C4-4216-A1B9-50D8537BABA1}" destId="{1A42FAC0-F9C0-4E6A-8F9C-531B9049CE05}" srcOrd="0" destOrd="0" presId="urn:microsoft.com/office/officeart/2005/8/layout/hierarchy1"/>
    <dgm:cxn modelId="{1EC3E712-38AF-4B69-9C8B-E463F740BBF2}" type="presOf" srcId="{AFD038E4-B17A-4521-AB39-F78FDBC6B208}" destId="{B2A1CC51-3227-41CD-9D91-B01B8925BCE6}" srcOrd="0" destOrd="0" presId="urn:microsoft.com/office/officeart/2005/8/layout/hierarchy1"/>
    <dgm:cxn modelId="{966A3D87-2E7D-4388-9077-CE09995197B0}" srcId="{4FD72F71-55A6-42EB-9CB9-14ACF3A115AC}" destId="{3F0FFA01-551E-4148-B629-C6A274F7C579}" srcOrd="2" destOrd="0" parTransId="{FDE386F3-CCFA-4B1B-9A54-3F2AB2DE86D1}" sibTransId="{ED2D83A2-EB97-4E45-AFBC-B615037A7D44}"/>
    <dgm:cxn modelId="{DDA56955-170C-47CF-A76A-E178FE6324EB}" type="presOf" srcId="{FDE386F3-CCFA-4B1B-9A54-3F2AB2DE86D1}" destId="{1A05DECE-CFED-43CF-8FC7-AA350C5CC785}" srcOrd="0" destOrd="0" presId="urn:microsoft.com/office/officeart/2005/8/layout/hierarchy1"/>
    <dgm:cxn modelId="{4E3FCE74-16F1-474F-AEF4-BA80212C84FA}" srcId="{4FD72F71-55A6-42EB-9CB9-14ACF3A115AC}" destId="{B4C8666E-D7A8-43DC-815D-6D241D6A3263}" srcOrd="1" destOrd="0" parTransId="{AFD038E4-B17A-4521-AB39-F78FDBC6B208}" sibTransId="{FF02ECD8-104A-4E3C-A75C-45E8D787C32C}"/>
    <dgm:cxn modelId="{8221F077-4B50-4451-8F95-777312FC1FD4}" type="presOf" srcId="{27D620F6-25F1-47D2-A1FD-443F9C2BCF1A}" destId="{3364D62B-4027-4B5B-BA64-18D208BA7A14}" srcOrd="0" destOrd="0" presId="urn:microsoft.com/office/officeart/2005/8/layout/hierarchy1"/>
    <dgm:cxn modelId="{CCD51093-066D-42ED-A6EC-56FD17AFAB25}" srcId="{4FD72F71-55A6-42EB-9CB9-14ACF3A115AC}" destId="{6E61E3B6-49C4-4216-A1B9-50D8537BABA1}" srcOrd="0" destOrd="0" parTransId="{A18C0590-F0AD-4BB6-91EA-B3BB4E5101C9}" sibTransId="{D5FDF553-1B49-4EFB-B7B5-83D7B289200E}"/>
    <dgm:cxn modelId="{7981E5A0-68E2-4982-B0DE-6125C42F25E1}" type="presOf" srcId="{15351766-1A4B-43EF-881B-EC0804D61627}" destId="{D8A4BA8B-1FA9-4D95-893D-D17082DEB201}" srcOrd="0" destOrd="0" presId="urn:microsoft.com/office/officeart/2005/8/layout/hierarchy1"/>
    <dgm:cxn modelId="{F6452B58-B34F-408E-A78D-55E0626EA242}" type="presOf" srcId="{3C97B06F-A3E5-47A8-9D0F-FE1D80CD0F60}" destId="{CE17B2E1-0624-4E43-8ED8-F8598FF8B14F}" srcOrd="0" destOrd="0" presId="urn:microsoft.com/office/officeart/2005/8/layout/hierarchy1"/>
    <dgm:cxn modelId="{2CF7A1E9-2C18-4A50-9ED0-A0DD137C5B3E}" type="presOf" srcId="{B4C8666E-D7A8-43DC-815D-6D241D6A3263}" destId="{393571E4-F32E-4C99-8045-F8785CA25B80}" srcOrd="0" destOrd="0" presId="urn:microsoft.com/office/officeart/2005/8/layout/hierarchy1"/>
    <dgm:cxn modelId="{E7C3FA8E-FB62-4AD4-A4E1-86A9F69B1055}" type="presOf" srcId="{3F0FFA01-551E-4148-B629-C6A274F7C579}" destId="{9705CF19-A5F4-4D32-A2B2-5CF0871727BE}" srcOrd="0" destOrd="0" presId="urn:microsoft.com/office/officeart/2005/8/layout/hierarchy1"/>
    <dgm:cxn modelId="{0B421EE1-9CB2-40A9-B66F-0E16CF90A7AC}" type="presOf" srcId="{A18C0590-F0AD-4BB6-91EA-B3BB4E5101C9}" destId="{0072F12D-4593-4A7F-AD20-1507B9C29951}" srcOrd="0" destOrd="0" presId="urn:microsoft.com/office/officeart/2005/8/layout/hierarchy1"/>
    <dgm:cxn modelId="{C4F5F14F-EBD2-4A3E-A038-F837610ED4FB}" srcId="{4FD72F71-55A6-42EB-9CB9-14ACF3A115AC}" destId="{3C97B06F-A3E5-47A8-9D0F-FE1D80CD0F60}" srcOrd="3" destOrd="0" parTransId="{15351766-1A4B-43EF-881B-EC0804D61627}" sibTransId="{D5411305-C764-4935-AC7A-5C70CF9BB6DD}"/>
    <dgm:cxn modelId="{B97E82CB-531A-4C05-A93B-A61CA4BFE174}" srcId="{27D620F6-25F1-47D2-A1FD-443F9C2BCF1A}" destId="{4FD72F71-55A6-42EB-9CB9-14ACF3A115AC}" srcOrd="0" destOrd="0" parTransId="{E72D226D-4D61-4659-AFBB-C8C9757EAD86}" sibTransId="{67CD8192-9E6E-4807-B263-77FC00A49976}"/>
    <dgm:cxn modelId="{EA479FBE-7ED4-40C5-BFEA-1DEB5B187328}" type="presParOf" srcId="{3364D62B-4027-4B5B-BA64-18D208BA7A14}" destId="{5A81CB37-4949-49BC-AA04-DCD328C5EFD4}" srcOrd="0" destOrd="0" presId="urn:microsoft.com/office/officeart/2005/8/layout/hierarchy1"/>
    <dgm:cxn modelId="{2553D492-C171-4388-B21D-B45D5C9993B6}" type="presParOf" srcId="{5A81CB37-4949-49BC-AA04-DCD328C5EFD4}" destId="{E1639B64-25FE-436B-B5BB-62EECA3EABEC}" srcOrd="0" destOrd="0" presId="urn:microsoft.com/office/officeart/2005/8/layout/hierarchy1"/>
    <dgm:cxn modelId="{0F11DD36-CE2A-49D1-B4D0-20F284646279}" type="presParOf" srcId="{E1639B64-25FE-436B-B5BB-62EECA3EABEC}" destId="{B8AE62EC-C1DB-493B-9681-40C937842751}" srcOrd="0" destOrd="0" presId="urn:microsoft.com/office/officeart/2005/8/layout/hierarchy1"/>
    <dgm:cxn modelId="{CB897B22-47CF-49C4-93AF-0E669E2827DE}" type="presParOf" srcId="{E1639B64-25FE-436B-B5BB-62EECA3EABEC}" destId="{2AEC471C-41C0-4863-881D-487C8B3B3BCB}" srcOrd="1" destOrd="0" presId="urn:microsoft.com/office/officeart/2005/8/layout/hierarchy1"/>
    <dgm:cxn modelId="{5655F4BE-07D7-4395-ADCA-11420CDF889F}" type="presParOf" srcId="{5A81CB37-4949-49BC-AA04-DCD328C5EFD4}" destId="{DFF24457-7B7B-4F12-A16A-E7AD51ECE999}" srcOrd="1" destOrd="0" presId="urn:microsoft.com/office/officeart/2005/8/layout/hierarchy1"/>
    <dgm:cxn modelId="{28F42C42-909A-49AE-B6C5-855EB99C1317}" type="presParOf" srcId="{DFF24457-7B7B-4F12-A16A-E7AD51ECE999}" destId="{0072F12D-4593-4A7F-AD20-1507B9C29951}" srcOrd="0" destOrd="0" presId="urn:microsoft.com/office/officeart/2005/8/layout/hierarchy1"/>
    <dgm:cxn modelId="{750FA6B0-924C-44FE-9B64-C117F5FD6A57}" type="presParOf" srcId="{DFF24457-7B7B-4F12-A16A-E7AD51ECE999}" destId="{0603683D-45F9-41E0-8C01-03DD878944F8}" srcOrd="1" destOrd="0" presId="urn:microsoft.com/office/officeart/2005/8/layout/hierarchy1"/>
    <dgm:cxn modelId="{6BDB673D-1C80-4C84-BE31-81202580C9B3}" type="presParOf" srcId="{0603683D-45F9-41E0-8C01-03DD878944F8}" destId="{A9D25E58-C5D0-4B16-9DEB-4BE6B2968A6C}" srcOrd="0" destOrd="0" presId="urn:microsoft.com/office/officeart/2005/8/layout/hierarchy1"/>
    <dgm:cxn modelId="{983D1183-AD24-4116-89EF-52964E7D930A}" type="presParOf" srcId="{A9D25E58-C5D0-4B16-9DEB-4BE6B2968A6C}" destId="{5935CD0E-7405-4063-9EF4-95FCCDA85ED6}" srcOrd="0" destOrd="0" presId="urn:microsoft.com/office/officeart/2005/8/layout/hierarchy1"/>
    <dgm:cxn modelId="{152F52C4-3374-484C-840C-6D840463D70C}" type="presParOf" srcId="{A9D25E58-C5D0-4B16-9DEB-4BE6B2968A6C}" destId="{1A42FAC0-F9C0-4E6A-8F9C-531B9049CE05}" srcOrd="1" destOrd="0" presId="urn:microsoft.com/office/officeart/2005/8/layout/hierarchy1"/>
    <dgm:cxn modelId="{398F97B1-6E0F-4CD0-80C5-37B6227D3867}" type="presParOf" srcId="{0603683D-45F9-41E0-8C01-03DD878944F8}" destId="{F9EC7167-9BCA-480A-A5BE-B86CD17A1507}" srcOrd="1" destOrd="0" presId="urn:microsoft.com/office/officeart/2005/8/layout/hierarchy1"/>
    <dgm:cxn modelId="{304D650C-D62A-4114-8814-21737AE04C1F}" type="presParOf" srcId="{DFF24457-7B7B-4F12-A16A-E7AD51ECE999}" destId="{B2A1CC51-3227-41CD-9D91-B01B8925BCE6}" srcOrd="2" destOrd="0" presId="urn:microsoft.com/office/officeart/2005/8/layout/hierarchy1"/>
    <dgm:cxn modelId="{9615CC1C-F016-4CAF-B2BB-AEF10075C3C9}" type="presParOf" srcId="{DFF24457-7B7B-4F12-A16A-E7AD51ECE999}" destId="{827CBD4F-6912-46F4-B746-006755D8BC11}" srcOrd="3" destOrd="0" presId="urn:microsoft.com/office/officeart/2005/8/layout/hierarchy1"/>
    <dgm:cxn modelId="{D6A71671-D88E-4AE2-80D1-2C03B6B003A4}" type="presParOf" srcId="{827CBD4F-6912-46F4-B746-006755D8BC11}" destId="{1045CE55-FC95-49B6-A1A5-9021E89FAC66}" srcOrd="0" destOrd="0" presId="urn:microsoft.com/office/officeart/2005/8/layout/hierarchy1"/>
    <dgm:cxn modelId="{E9D62B49-7F8B-4144-A70D-05ED739FA6ED}" type="presParOf" srcId="{1045CE55-FC95-49B6-A1A5-9021E89FAC66}" destId="{69BBF020-9B74-4CA9-84AC-A1EA033B7140}" srcOrd="0" destOrd="0" presId="urn:microsoft.com/office/officeart/2005/8/layout/hierarchy1"/>
    <dgm:cxn modelId="{A967CDBE-4F30-4340-B059-31F36EAE1257}" type="presParOf" srcId="{1045CE55-FC95-49B6-A1A5-9021E89FAC66}" destId="{393571E4-F32E-4C99-8045-F8785CA25B80}" srcOrd="1" destOrd="0" presId="urn:microsoft.com/office/officeart/2005/8/layout/hierarchy1"/>
    <dgm:cxn modelId="{C7419A37-93D3-45CC-BB44-2ACAB980A456}" type="presParOf" srcId="{827CBD4F-6912-46F4-B746-006755D8BC11}" destId="{86B1FF46-5031-4F5C-9C2C-95B0E6372962}" srcOrd="1" destOrd="0" presId="urn:microsoft.com/office/officeart/2005/8/layout/hierarchy1"/>
    <dgm:cxn modelId="{0E5EDD9C-5D5D-4165-BD69-AD9C515B0CBE}" type="presParOf" srcId="{DFF24457-7B7B-4F12-A16A-E7AD51ECE999}" destId="{1A05DECE-CFED-43CF-8FC7-AA350C5CC785}" srcOrd="4" destOrd="0" presId="urn:microsoft.com/office/officeart/2005/8/layout/hierarchy1"/>
    <dgm:cxn modelId="{27A2E591-DD10-4F0A-9032-0C54B3AD4957}" type="presParOf" srcId="{DFF24457-7B7B-4F12-A16A-E7AD51ECE999}" destId="{84310B41-3010-4BE5-9CD5-0651B4DDEDC5}" srcOrd="5" destOrd="0" presId="urn:microsoft.com/office/officeart/2005/8/layout/hierarchy1"/>
    <dgm:cxn modelId="{8F0B4A01-1209-419B-BF8D-FEEA9537F3A2}" type="presParOf" srcId="{84310B41-3010-4BE5-9CD5-0651B4DDEDC5}" destId="{9D107CE1-0F20-458E-94B1-3CE4DA8A3F73}" srcOrd="0" destOrd="0" presId="urn:microsoft.com/office/officeart/2005/8/layout/hierarchy1"/>
    <dgm:cxn modelId="{8CFF2677-BA8E-4BD7-B691-54060468AB52}" type="presParOf" srcId="{9D107CE1-0F20-458E-94B1-3CE4DA8A3F73}" destId="{2FEC101A-B6B2-498E-853B-81A828EE0C7A}" srcOrd="0" destOrd="0" presId="urn:microsoft.com/office/officeart/2005/8/layout/hierarchy1"/>
    <dgm:cxn modelId="{E6BB345B-B684-463E-B4B1-DC51DA2632F4}" type="presParOf" srcId="{9D107CE1-0F20-458E-94B1-3CE4DA8A3F73}" destId="{9705CF19-A5F4-4D32-A2B2-5CF0871727BE}" srcOrd="1" destOrd="0" presId="urn:microsoft.com/office/officeart/2005/8/layout/hierarchy1"/>
    <dgm:cxn modelId="{F473D59F-C435-4850-8129-82AE8F339E1E}" type="presParOf" srcId="{84310B41-3010-4BE5-9CD5-0651B4DDEDC5}" destId="{B5D3920F-72C3-40A1-9D4C-720E160B2AE2}" srcOrd="1" destOrd="0" presId="urn:microsoft.com/office/officeart/2005/8/layout/hierarchy1"/>
    <dgm:cxn modelId="{8F29F34A-7FBC-405D-9A7F-8DF4AA55F371}" type="presParOf" srcId="{DFF24457-7B7B-4F12-A16A-E7AD51ECE999}" destId="{D8A4BA8B-1FA9-4D95-893D-D17082DEB201}" srcOrd="6" destOrd="0" presId="urn:microsoft.com/office/officeart/2005/8/layout/hierarchy1"/>
    <dgm:cxn modelId="{2AAAA6FC-CC6C-47D8-BD07-0E5D516A03AC}" type="presParOf" srcId="{DFF24457-7B7B-4F12-A16A-E7AD51ECE999}" destId="{8129DE32-DF23-4182-914A-1AAA1426ECD0}" srcOrd="7" destOrd="0" presId="urn:microsoft.com/office/officeart/2005/8/layout/hierarchy1"/>
    <dgm:cxn modelId="{9834F07F-B449-413B-AFD1-8571D27875CD}" type="presParOf" srcId="{8129DE32-DF23-4182-914A-1AAA1426ECD0}" destId="{80D8D994-B610-4AE9-A509-B2C1573312E2}" srcOrd="0" destOrd="0" presId="urn:microsoft.com/office/officeart/2005/8/layout/hierarchy1"/>
    <dgm:cxn modelId="{275E13D8-4E7C-48CA-BB74-F1BB8CBDA206}" type="presParOf" srcId="{80D8D994-B610-4AE9-A509-B2C1573312E2}" destId="{1DBF97A4-F8B3-4237-BBB9-600F3A1089C9}" srcOrd="0" destOrd="0" presId="urn:microsoft.com/office/officeart/2005/8/layout/hierarchy1"/>
    <dgm:cxn modelId="{EE5F2946-FDF0-4245-9BEC-6E5182FBB2D2}" type="presParOf" srcId="{80D8D994-B610-4AE9-A509-B2C1573312E2}" destId="{CE17B2E1-0624-4E43-8ED8-F8598FF8B14F}" srcOrd="1" destOrd="0" presId="urn:microsoft.com/office/officeart/2005/8/layout/hierarchy1"/>
    <dgm:cxn modelId="{150C851C-F2CB-4761-891F-AB4D5F244CF3}" type="presParOf" srcId="{8129DE32-DF23-4182-914A-1AAA1426ECD0}" destId="{3147BCBB-C5B5-40FA-9496-114566F263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16AC2-72D4-4571-B505-5E03F68BDA19}">
      <dsp:nvSpPr>
        <dsp:cNvPr id="0" name=""/>
        <dsp:cNvSpPr/>
      </dsp:nvSpPr>
      <dsp:spPr>
        <a:xfrm rot="5400000">
          <a:off x="-228484" y="229036"/>
          <a:ext cx="1523230" cy="1066261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800" b="1" kern="1200" dirty="0"/>
        </a:p>
      </dsp:txBody>
      <dsp:txXfrm rot="-5400000">
        <a:off x="1" y="533683"/>
        <a:ext cx="1066261" cy="456969"/>
      </dsp:txXfrm>
    </dsp:sp>
    <dsp:sp modelId="{7DCDC2B0-2A62-45BA-AEB9-F5B83603E7B7}">
      <dsp:nvSpPr>
        <dsp:cNvPr id="0" name=""/>
        <dsp:cNvSpPr/>
      </dsp:nvSpPr>
      <dsp:spPr>
        <a:xfrm rot="5400000">
          <a:off x="4000480" y="-2933667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1376" tIns="30480" rIns="30480" bIns="30480" numCol="1" spcCol="1270" anchor="ctr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800" kern="1200" dirty="0" smtClean="0"/>
            <a:t>Web &amp; Spring Security</a:t>
          </a:r>
          <a:endParaRPr lang="en-US" sz="4800" b="1" kern="1200" dirty="0"/>
        </a:p>
      </dsp:txBody>
      <dsp:txXfrm rot="-5400000">
        <a:off x="1066261" y="48885"/>
        <a:ext cx="6810205" cy="893433"/>
      </dsp:txXfrm>
    </dsp:sp>
    <dsp:sp modelId="{F9F2AF16-AFCC-43C6-9237-ED81AC5B67B0}">
      <dsp:nvSpPr>
        <dsp:cNvPr id="0" name=""/>
        <dsp:cNvSpPr/>
      </dsp:nvSpPr>
      <dsp:spPr>
        <a:xfrm rot="5400000">
          <a:off x="-228484" y="1608145"/>
          <a:ext cx="1523230" cy="1066261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 rot="-5400000">
        <a:off x="1" y="1912792"/>
        <a:ext cx="1066261" cy="456969"/>
      </dsp:txXfrm>
    </dsp:sp>
    <dsp:sp modelId="{0C58FD21-B962-447A-AE40-577990949480}">
      <dsp:nvSpPr>
        <dsp:cNvPr id="0" name=""/>
        <dsp:cNvSpPr/>
      </dsp:nvSpPr>
      <dsp:spPr>
        <a:xfrm rot="5400000">
          <a:off x="4000480" y="-1554558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1376" tIns="30480" rIns="30480" bIns="30480" numCol="1" spcCol="1270" anchor="ctr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800" kern="1200" dirty="0" smtClean="0"/>
            <a:t>Authentication</a:t>
          </a:r>
          <a:endParaRPr lang="en-US" sz="4800" b="1" kern="1200" dirty="0"/>
        </a:p>
      </dsp:txBody>
      <dsp:txXfrm rot="-5400000">
        <a:off x="1066261" y="1427994"/>
        <a:ext cx="6810205" cy="893433"/>
      </dsp:txXfrm>
    </dsp:sp>
    <dsp:sp modelId="{F159ABD4-8715-439E-B37A-36AF83B799D2}">
      <dsp:nvSpPr>
        <dsp:cNvPr id="0" name=""/>
        <dsp:cNvSpPr/>
      </dsp:nvSpPr>
      <dsp:spPr>
        <a:xfrm rot="5400000">
          <a:off x="-228484" y="2987254"/>
          <a:ext cx="1523230" cy="1066261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800" b="1" kern="1200" dirty="0"/>
        </a:p>
      </dsp:txBody>
      <dsp:txXfrm rot="-5400000">
        <a:off x="1" y="3291901"/>
        <a:ext cx="1066261" cy="456969"/>
      </dsp:txXfrm>
    </dsp:sp>
    <dsp:sp modelId="{1043C8E6-65FB-4023-B040-14C52CB0217E}">
      <dsp:nvSpPr>
        <dsp:cNvPr id="0" name=""/>
        <dsp:cNvSpPr/>
      </dsp:nvSpPr>
      <dsp:spPr>
        <a:xfrm rot="5400000">
          <a:off x="4000480" y="-175449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41376" tIns="30480" rIns="30480" bIns="30480" numCol="1" spcCol="1270" anchor="ctr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800" b="0" kern="1200" dirty="0" smtClean="0"/>
            <a:t>Authorization</a:t>
          </a:r>
          <a:endParaRPr lang="en-US" sz="4800" b="0" kern="1200" dirty="0"/>
        </a:p>
      </dsp:txBody>
      <dsp:txXfrm rot="-5400000">
        <a:off x="1066261" y="2807103"/>
        <a:ext cx="6810205" cy="893433"/>
      </dsp:txXfrm>
    </dsp:sp>
    <dsp:sp modelId="{D1458C4C-3FD6-4B17-B5D3-EDEC2DBA8FE7}">
      <dsp:nvSpPr>
        <dsp:cNvPr id="0" name=""/>
        <dsp:cNvSpPr/>
      </dsp:nvSpPr>
      <dsp:spPr>
        <a:xfrm rot="5400000">
          <a:off x="-228484" y="4366363"/>
          <a:ext cx="1523230" cy="1066261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 dirty="0"/>
        </a:p>
      </dsp:txBody>
      <dsp:txXfrm rot="-5400000">
        <a:off x="1" y="4671010"/>
        <a:ext cx="1066261" cy="456969"/>
      </dsp:txXfrm>
    </dsp:sp>
    <dsp:sp modelId="{72EE4143-D344-40DB-8933-6B7B02DDFBDF}">
      <dsp:nvSpPr>
        <dsp:cNvPr id="0" name=""/>
        <dsp:cNvSpPr/>
      </dsp:nvSpPr>
      <dsp:spPr>
        <a:xfrm rot="5400000">
          <a:off x="4000480" y="1203659"/>
          <a:ext cx="990099" cy="685853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perspectiveRelaxedModerately"/>
          <a:lightRig rig="threeP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7152" tIns="29210" rIns="29210" bIns="29210" numCol="1" spcCol="1270" anchor="ctr" anchorCtr="0">
          <a:noAutofit/>
        </a:bodyPr>
        <a:lstStyle/>
        <a:p>
          <a:pPr marL="285750" lvl="1" indent="-285750" algn="l" defTabSz="2044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600" kern="1200" dirty="0" err="1" smtClean="0"/>
            <a:t>Thymeleaf</a:t>
          </a:r>
          <a:r>
            <a:rPr lang="en-US" sz="4600" kern="1200" dirty="0" smtClean="0"/>
            <a:t> Extras Security</a:t>
          </a:r>
          <a:endParaRPr lang="en-US" sz="4600" kern="1200" dirty="0"/>
        </a:p>
      </dsp:txBody>
      <dsp:txXfrm rot="-5400000">
        <a:off x="1066261" y="4186212"/>
        <a:ext cx="6810205" cy="893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A4BA8B-1FA9-4D95-893D-D17082DEB201}">
      <dsp:nvSpPr>
        <dsp:cNvPr id="0" name=""/>
        <dsp:cNvSpPr/>
      </dsp:nvSpPr>
      <dsp:spPr>
        <a:xfrm>
          <a:off x="5358884" y="1301920"/>
          <a:ext cx="4208025" cy="667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913"/>
              </a:lnTo>
              <a:lnTo>
                <a:pt x="4208025" y="454913"/>
              </a:lnTo>
              <a:lnTo>
                <a:pt x="4208025" y="6675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05DECE-CFED-43CF-8FC7-AA350C5CC785}">
      <dsp:nvSpPr>
        <dsp:cNvPr id="0" name=""/>
        <dsp:cNvSpPr/>
      </dsp:nvSpPr>
      <dsp:spPr>
        <a:xfrm>
          <a:off x="5358884" y="1301920"/>
          <a:ext cx="1402675" cy="667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4913"/>
              </a:lnTo>
              <a:lnTo>
                <a:pt x="1402675" y="454913"/>
              </a:lnTo>
              <a:lnTo>
                <a:pt x="1402675" y="6675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A1CC51-3227-41CD-9D91-B01B8925BCE6}">
      <dsp:nvSpPr>
        <dsp:cNvPr id="0" name=""/>
        <dsp:cNvSpPr/>
      </dsp:nvSpPr>
      <dsp:spPr>
        <a:xfrm>
          <a:off x="3956208" y="1301920"/>
          <a:ext cx="1402675" cy="667545"/>
        </a:xfrm>
        <a:custGeom>
          <a:avLst/>
          <a:gdLst/>
          <a:ahLst/>
          <a:cxnLst/>
          <a:rect l="0" t="0" r="0" b="0"/>
          <a:pathLst>
            <a:path>
              <a:moveTo>
                <a:pt x="1402675" y="0"/>
              </a:moveTo>
              <a:lnTo>
                <a:pt x="1402675" y="454913"/>
              </a:lnTo>
              <a:lnTo>
                <a:pt x="0" y="454913"/>
              </a:lnTo>
              <a:lnTo>
                <a:pt x="0" y="6675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72F12D-4593-4A7F-AD20-1507B9C29951}">
      <dsp:nvSpPr>
        <dsp:cNvPr id="0" name=""/>
        <dsp:cNvSpPr/>
      </dsp:nvSpPr>
      <dsp:spPr>
        <a:xfrm>
          <a:off x="1150858" y="1301920"/>
          <a:ext cx="4208025" cy="667545"/>
        </a:xfrm>
        <a:custGeom>
          <a:avLst/>
          <a:gdLst/>
          <a:ahLst/>
          <a:cxnLst/>
          <a:rect l="0" t="0" r="0" b="0"/>
          <a:pathLst>
            <a:path>
              <a:moveTo>
                <a:pt x="4208025" y="0"/>
              </a:moveTo>
              <a:lnTo>
                <a:pt x="4208025" y="454913"/>
              </a:lnTo>
              <a:lnTo>
                <a:pt x="0" y="454913"/>
              </a:lnTo>
              <a:lnTo>
                <a:pt x="0" y="667545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AE62EC-C1DB-493B-9681-40C937842751}">
      <dsp:nvSpPr>
        <dsp:cNvPr id="0" name=""/>
        <dsp:cNvSpPr/>
      </dsp:nvSpPr>
      <dsp:spPr>
        <a:xfrm>
          <a:off x="4211240" y="227679"/>
          <a:ext cx="2295286" cy="10742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EC471C-41C0-4863-881D-487C8B3B3BCB}">
      <dsp:nvSpPr>
        <dsp:cNvPr id="0" name=""/>
        <dsp:cNvSpPr/>
      </dsp:nvSpPr>
      <dsp:spPr>
        <a:xfrm>
          <a:off x="4466272" y="469959"/>
          <a:ext cx="2295286" cy="10742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Authorizing</a:t>
          </a:r>
          <a:endParaRPr lang="en-US" sz="2400" kern="1200" dirty="0"/>
        </a:p>
      </dsp:txBody>
      <dsp:txXfrm>
        <a:off x="4497735" y="501422"/>
        <a:ext cx="2232360" cy="1011315"/>
      </dsp:txXfrm>
    </dsp:sp>
    <dsp:sp modelId="{5935CD0E-7405-4063-9EF4-95FCCDA85ED6}">
      <dsp:nvSpPr>
        <dsp:cNvPr id="0" name=""/>
        <dsp:cNvSpPr/>
      </dsp:nvSpPr>
      <dsp:spPr>
        <a:xfrm>
          <a:off x="3214" y="1969466"/>
          <a:ext cx="2295286" cy="10742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42FAC0-F9C0-4E6A-8F9C-531B9049CE05}">
      <dsp:nvSpPr>
        <dsp:cNvPr id="0" name=""/>
        <dsp:cNvSpPr/>
      </dsp:nvSpPr>
      <dsp:spPr>
        <a:xfrm>
          <a:off x="258246" y="2211746"/>
          <a:ext cx="2295286" cy="10742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1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Configuration</a:t>
          </a:r>
          <a:endParaRPr lang="en-US" sz="2400" kern="1200" dirty="0"/>
        </a:p>
      </dsp:txBody>
      <dsp:txXfrm>
        <a:off x="289709" y="2243209"/>
        <a:ext cx="2232360" cy="1011315"/>
      </dsp:txXfrm>
    </dsp:sp>
    <dsp:sp modelId="{69BBF020-9B74-4CA9-84AC-A1EA033B7140}">
      <dsp:nvSpPr>
        <dsp:cNvPr id="0" name=""/>
        <dsp:cNvSpPr/>
      </dsp:nvSpPr>
      <dsp:spPr>
        <a:xfrm>
          <a:off x="2808565" y="1969466"/>
          <a:ext cx="2295286" cy="10742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3571E4-F32E-4C99-8045-F8785CA25B80}">
      <dsp:nvSpPr>
        <dsp:cNvPr id="0" name=""/>
        <dsp:cNvSpPr/>
      </dsp:nvSpPr>
      <dsp:spPr>
        <a:xfrm>
          <a:off x="3063597" y="2211746"/>
          <a:ext cx="2295286" cy="10742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2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@</a:t>
          </a:r>
          <a:r>
            <a:rPr lang="en-US" sz="2400" kern="1200" dirty="0" err="1" smtClean="0"/>
            <a:t>PreAuthorize</a:t>
          </a:r>
          <a:endParaRPr lang="en-US" sz="2400" kern="1200" dirty="0"/>
        </a:p>
      </dsp:txBody>
      <dsp:txXfrm>
        <a:off x="3095060" y="2243209"/>
        <a:ext cx="2232360" cy="1011315"/>
      </dsp:txXfrm>
    </dsp:sp>
    <dsp:sp modelId="{2FEC101A-B6B2-498E-853B-81A828EE0C7A}">
      <dsp:nvSpPr>
        <dsp:cNvPr id="0" name=""/>
        <dsp:cNvSpPr/>
      </dsp:nvSpPr>
      <dsp:spPr>
        <a:xfrm>
          <a:off x="5613915" y="1969466"/>
          <a:ext cx="2295286" cy="10742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05CF19-A5F4-4D32-A2B2-5CF0871727BE}">
      <dsp:nvSpPr>
        <dsp:cNvPr id="0" name=""/>
        <dsp:cNvSpPr/>
      </dsp:nvSpPr>
      <dsp:spPr>
        <a:xfrm>
          <a:off x="5868947" y="2211746"/>
          <a:ext cx="2295286" cy="10742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3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Programming</a:t>
          </a:r>
          <a:endParaRPr lang="en-US" sz="2400" kern="1200" dirty="0"/>
        </a:p>
      </dsp:txBody>
      <dsp:txXfrm>
        <a:off x="5900410" y="2243209"/>
        <a:ext cx="2232360" cy="1011315"/>
      </dsp:txXfrm>
    </dsp:sp>
    <dsp:sp modelId="{1DBF97A4-F8B3-4237-BBB9-600F3A1089C9}">
      <dsp:nvSpPr>
        <dsp:cNvPr id="0" name=""/>
        <dsp:cNvSpPr/>
      </dsp:nvSpPr>
      <dsp:spPr>
        <a:xfrm>
          <a:off x="8419266" y="1969466"/>
          <a:ext cx="2295286" cy="10742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E17B2E1-0624-4E43-8ED8-F8598FF8B14F}">
      <dsp:nvSpPr>
        <dsp:cNvPr id="0" name=""/>
        <dsp:cNvSpPr/>
      </dsp:nvSpPr>
      <dsp:spPr>
        <a:xfrm>
          <a:off x="8674298" y="2211746"/>
          <a:ext cx="2295286" cy="10742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4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/>
            <a:t>Thymeleaf</a:t>
          </a:r>
          <a:endParaRPr lang="en-US" sz="2400" kern="1200" dirty="0"/>
        </a:p>
      </dsp:txBody>
      <dsp:txXfrm>
        <a:off x="8705761" y="2243209"/>
        <a:ext cx="2232360" cy="10113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3/9/2021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35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StudentRestController</a:t>
            </a:r>
            <a:r>
              <a:rPr lang="en-US" dirty="0" smtClean="0"/>
              <a:t> &amp; Postman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57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6F88A-F17F-491B-A558-A5E9980DD53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 smtClean="0">
                <a:solidFill>
                  <a:schemeClr val="bg1"/>
                </a:solidFill>
              </a:rPr>
              <a:t>DEM</a:t>
            </a:r>
            <a:r>
              <a:rPr lang="en-US" sz="11500" b="1" dirty="0" smtClean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 smtClean="0"/>
              <a:t>Click to edit Master title style</a:t>
            </a:r>
            <a:endParaRPr lang="en-US" sz="3200" dirty="0"/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…….</a:t>
            </a:r>
          </a:p>
          <a:p>
            <a:r>
              <a:rPr lang="en-US" dirty="0" smtClean="0"/>
              <a:t>960, abstract, background, banner, bar, box, business, button, circle, clean,</a:t>
            </a:r>
          </a:p>
          <a:p>
            <a:r>
              <a:rPr lang="en-US" b="1" dirty="0" err="1" smtClean="0"/>
              <a:t>Nôi</a:t>
            </a:r>
            <a:r>
              <a:rPr lang="en-US" b="1" dirty="0" smtClean="0"/>
              <a:t> dung </a:t>
            </a:r>
            <a:r>
              <a:rPr lang="en-US" b="1" dirty="0" err="1" smtClean="0"/>
              <a:t>cần</a:t>
            </a:r>
            <a:r>
              <a:rPr lang="en-US" b="1" dirty="0" smtClean="0"/>
              <a:t> </a:t>
            </a:r>
            <a:r>
              <a:rPr lang="en-US" b="1" dirty="0" err="1" smtClean="0"/>
              <a:t>nhấn</a:t>
            </a:r>
            <a:r>
              <a:rPr lang="en-US" b="1" dirty="0" smtClean="0"/>
              <a:t> </a:t>
            </a:r>
            <a:r>
              <a:rPr lang="en-US" b="1" dirty="0" err="1" smtClean="0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 Click to edit Master text styles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slideLayout" Target="../slideLayouts/slideLayout7.xml"/><Relationship Id="rId7" Type="http://schemas.microsoft.com/office/2007/relationships/hdphoto" Target="../media/hdphoto4.wd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4.xml"/><Relationship Id="rId9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: </a:t>
            </a:r>
            <a:r>
              <a:rPr lang="en-US" dirty="0" err="1" smtClean="0"/>
              <a:t>Nguyễn</a:t>
            </a:r>
            <a:r>
              <a:rPr lang="en-US" dirty="0" smtClean="0"/>
              <a:t> </a:t>
            </a:r>
            <a:r>
              <a:rPr lang="en-US" dirty="0" err="1" smtClean="0"/>
              <a:t>Nghiệm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Spring Security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Arial Narrow" panose="020B0606020202030204" pitchFamily="34" charset="0"/>
              </a:rPr>
              <a:t>Conceive Design Implement Operate</a:t>
            </a:r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8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pic>
        <p:nvPicPr>
          <p:cNvPr id="4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371600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577655627"/>
              </p:ext>
            </p:extLst>
          </p:nvPr>
        </p:nvGraphicFramePr>
        <p:xfrm>
          <a:off x="1219200" y="733697"/>
          <a:ext cx="7924800" cy="5661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89988" y="2962870"/>
            <a:ext cx="723999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8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Understanding Web Security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9963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gặp</a:t>
            </a:r>
            <a:r>
              <a:rPr lang="en-US" dirty="0" smtClean="0"/>
              <a:t> Web Security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4313" y="1066800"/>
            <a:ext cx="7428087" cy="5715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Trang</a:t>
            </a:r>
            <a:r>
              <a:rPr lang="en-US" dirty="0" smtClean="0"/>
              <a:t> web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endParaRPr lang="en-US" dirty="0" smtClean="0"/>
          </a:p>
          <a:p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 vi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US" dirty="0" smtClean="0"/>
          </a:p>
          <a:p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pPr lvl="1"/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endParaRPr lang="en-US" dirty="0"/>
          </a:p>
          <a:p>
            <a:pPr lvl="1"/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</a:t>
            </a:r>
          </a:p>
          <a:p>
            <a:pPr lvl="1"/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 smtClean="0"/>
              <a:t>hội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14" y="1295400"/>
            <a:ext cx="2695576" cy="3939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37" y="2377181"/>
            <a:ext cx="1552930" cy="23090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03651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Security Concepts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0" y="1066800"/>
            <a:ext cx="8534400" cy="52578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XSS</a:t>
            </a:r>
            <a:r>
              <a:rPr lang="en-US" dirty="0"/>
              <a:t> </a:t>
            </a:r>
            <a:r>
              <a:rPr lang="en-US" dirty="0" smtClean="0"/>
              <a:t>– Cross-Site Scripting</a:t>
            </a:r>
          </a:p>
          <a:p>
            <a:pPr lvl="1"/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script </a:t>
            </a:r>
            <a:r>
              <a:rPr lang="en-US" dirty="0" err="1" smtClean="0"/>
              <a:t>từ</a:t>
            </a:r>
            <a:r>
              <a:rPr lang="en-US" dirty="0" smtClean="0"/>
              <a:t> data</a:t>
            </a:r>
          </a:p>
          <a:p>
            <a:r>
              <a:rPr lang="en-US" b="1" dirty="0">
                <a:solidFill>
                  <a:srgbClr val="FF0000"/>
                </a:solidFill>
              </a:rPr>
              <a:t>CORS</a:t>
            </a:r>
            <a:r>
              <a:rPr lang="en-US" dirty="0" smtClean="0"/>
              <a:t> – Cross-Site Resource Sharing</a:t>
            </a:r>
          </a:p>
          <a:p>
            <a:pPr lvl="1"/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chia </a:t>
            </a:r>
            <a:r>
              <a:rPr lang="en-US" dirty="0" err="1" smtClean="0"/>
              <a:t>sẻ</a:t>
            </a:r>
            <a:r>
              <a:rPr lang="en-US" dirty="0" smtClean="0"/>
              <a:t> </a:t>
            </a:r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CSRF</a:t>
            </a:r>
            <a:r>
              <a:rPr lang="en-US" dirty="0" smtClean="0"/>
              <a:t> – Cross-Site Request Forgery</a:t>
            </a:r>
          </a:p>
          <a:p>
            <a:pPr lvl="1"/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request </a:t>
            </a:r>
            <a:r>
              <a:rPr lang="en-US" dirty="0" err="1" smtClean="0"/>
              <a:t>giả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Authentication</a:t>
            </a:r>
          </a:p>
          <a:p>
            <a:pPr lvl="1"/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Authorization</a:t>
            </a:r>
          </a:p>
          <a:p>
            <a:pPr lvl="1"/>
            <a:r>
              <a:rPr lang="en-US" dirty="0" err="1" smtClean="0"/>
              <a:t>Ngăn</a:t>
            </a:r>
            <a:r>
              <a:rPr lang="en-US" dirty="0" smtClean="0"/>
              <a:t> </a:t>
            </a:r>
            <a:r>
              <a:rPr lang="en-US" dirty="0" err="1" smtClean="0"/>
              <a:t>chặn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/>
          </a:p>
        </p:txBody>
      </p:sp>
      <p:pic>
        <p:nvPicPr>
          <p:cNvPr id="6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200" y="1316082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50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Security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5791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Spring Security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framework,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phòng</a:t>
            </a:r>
            <a:r>
              <a:rPr lang="en-US" dirty="0" smtClean="0"/>
              <a:t> </a:t>
            </a:r>
            <a:r>
              <a:rPr lang="en-US" dirty="0" err="1" smtClean="0"/>
              <a:t>vệ</a:t>
            </a:r>
            <a:r>
              <a:rPr lang="en-US" dirty="0" smtClean="0"/>
              <a:t> </a:t>
            </a:r>
            <a:r>
              <a:rPr lang="en-US" dirty="0" err="1" smtClean="0"/>
              <a:t>ứng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web</a:t>
            </a:r>
          </a:p>
          <a:p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Validation (XSS), CORS, CSRF</a:t>
            </a:r>
          </a:p>
          <a:p>
            <a:r>
              <a:rPr lang="en-US" dirty="0" err="1" smtClean="0"/>
              <a:t>Đa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endParaRPr lang="en-US" dirty="0"/>
          </a:p>
          <a:p>
            <a:pPr lvl="1"/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endParaRPr lang="en-US" dirty="0"/>
          </a:p>
          <a:p>
            <a:pPr lvl="1"/>
            <a:r>
              <a:rPr lang="en-US" dirty="0"/>
              <a:t>@</a:t>
            </a:r>
            <a:r>
              <a:rPr lang="en-US" dirty="0" smtClean="0"/>
              <a:t>Annotation</a:t>
            </a:r>
            <a:endParaRPr lang="en-US" dirty="0"/>
          </a:p>
          <a:p>
            <a:pPr lvl="1"/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 smtClean="0"/>
              <a:t>trình</a:t>
            </a:r>
            <a:endParaRPr lang="en-US" dirty="0" smtClean="0"/>
          </a:p>
          <a:p>
            <a:pPr lvl="1"/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endParaRPr lang="en-US" dirty="0"/>
          </a:p>
          <a:p>
            <a:r>
              <a:rPr lang="en-US" dirty="0" err="1" smtClean="0"/>
              <a:t>Chuẩn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mật</a:t>
            </a:r>
            <a:r>
              <a:rPr lang="en-US" dirty="0" smtClean="0"/>
              <a:t> </a:t>
            </a:r>
            <a:r>
              <a:rPr lang="en-US" dirty="0" err="1" smtClean="0"/>
              <a:t>khẩu</a:t>
            </a:r>
            <a:endParaRPr lang="en-US" dirty="0" smtClean="0"/>
          </a:p>
          <a:p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(Login UI),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,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đúng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 smtClean="0"/>
          </a:p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user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mạng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hội</a:t>
            </a:r>
            <a:r>
              <a:rPr lang="en-US" dirty="0" smtClean="0"/>
              <a:t> (</a:t>
            </a:r>
            <a:r>
              <a:rPr lang="en-US" dirty="0" err="1" smtClean="0"/>
              <a:t>facebook</a:t>
            </a:r>
            <a:r>
              <a:rPr lang="en-US" dirty="0" smtClean="0"/>
              <a:t>, </a:t>
            </a:r>
            <a:r>
              <a:rPr lang="en-US" dirty="0" err="1" smtClean="0"/>
              <a:t>gmail</a:t>
            </a:r>
            <a:r>
              <a:rPr lang="en-US" dirty="0" smtClean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7264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89988" y="2962870"/>
            <a:ext cx="69484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Web Security Case Study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476149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5153025" cy="3076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990600"/>
            <a:ext cx="5153025" cy="307657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Case Study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40237"/>
            <a:ext cx="4581525" cy="2133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4273550"/>
            <a:ext cx="5695950" cy="2466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3" name="Straight Arrow Connector 12"/>
          <p:cNvCxnSpPr/>
          <p:nvPr/>
        </p:nvCxnSpPr>
        <p:spPr>
          <a:xfrm>
            <a:off x="3962400" y="5791200"/>
            <a:ext cx="192405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86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Configuration Structure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0972800" cy="53719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76364"/>
            <a:ext cx="10594771" cy="16812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741123"/>
            <a:ext cx="10594771" cy="10545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879149"/>
            <a:ext cx="10594771" cy="106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1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AuthenticationManagerBuilder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1" y="914400"/>
            <a:ext cx="10972800" cy="41345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18" y="2028104"/>
            <a:ext cx="10793953" cy="41029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53186" y="2724090"/>
            <a:ext cx="2895600" cy="1847910"/>
            <a:chOff x="4653186" y="2724090"/>
            <a:chExt cx="2895600" cy="1847910"/>
          </a:xfrm>
        </p:grpSpPr>
        <p:sp>
          <p:nvSpPr>
            <p:cNvPr id="9" name="Rounded Rectangle 8"/>
            <p:cNvSpPr/>
            <p:nvPr/>
          </p:nvSpPr>
          <p:spPr>
            <a:xfrm>
              <a:off x="4653186" y="2724090"/>
              <a:ext cx="2895600" cy="1847910"/>
            </a:xfrm>
            <a:prstGeom prst="roundRect">
              <a:avLst>
                <a:gd name="adj" fmla="val 5873"/>
              </a:avLst>
            </a:prstGeom>
            <a:solidFill>
              <a:schemeClr val="bg1">
                <a:lumMod val="95000"/>
              </a:schemeClr>
            </a:solidFill>
            <a:ln w="31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75468" y="312420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user1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75468" y="3581400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user2</a:t>
              </a:r>
              <a:endParaRPr lang="en-US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75468" y="4038483"/>
              <a:ext cx="996918" cy="381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user3</a:t>
              </a:r>
              <a:endParaRPr lang="en-US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329586" y="3124200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GUEST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329586" y="3580311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USER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329586" y="4038483"/>
              <a:ext cx="988231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ADMIN</a:t>
              </a:r>
              <a:endParaRPr lang="en-US" dirty="0"/>
            </a:p>
          </p:txBody>
        </p:sp>
        <p:cxnSp>
          <p:nvCxnSpPr>
            <p:cNvPr id="16" name="Straight Arrow Connector 15"/>
            <p:cNvCxnSpPr>
              <a:stCxn id="10" idx="3"/>
              <a:endCxn id="13" idx="1"/>
            </p:cNvCxnSpPr>
            <p:nvPr/>
          </p:nvCxnSpPr>
          <p:spPr>
            <a:xfrm>
              <a:off x="5872386" y="3314700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3"/>
              <a:endCxn id="13" idx="1"/>
            </p:cNvCxnSpPr>
            <p:nvPr/>
          </p:nvCxnSpPr>
          <p:spPr>
            <a:xfrm flipV="1">
              <a:off x="5872386" y="3314700"/>
              <a:ext cx="457200" cy="4572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1" idx="3"/>
              <a:endCxn id="14" idx="1"/>
            </p:cNvCxnSpPr>
            <p:nvPr/>
          </p:nvCxnSpPr>
          <p:spPr>
            <a:xfrm flipV="1">
              <a:off x="5872386" y="3770811"/>
              <a:ext cx="457200" cy="108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2" idx="3"/>
              <a:endCxn id="13" idx="1"/>
            </p:cNvCxnSpPr>
            <p:nvPr/>
          </p:nvCxnSpPr>
          <p:spPr>
            <a:xfrm flipV="1">
              <a:off x="5872386" y="3314700"/>
              <a:ext cx="457200" cy="91428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2" idx="3"/>
              <a:endCxn id="14" idx="1"/>
            </p:cNvCxnSpPr>
            <p:nvPr/>
          </p:nvCxnSpPr>
          <p:spPr>
            <a:xfrm flipV="1">
              <a:off x="5872386" y="3770811"/>
              <a:ext cx="457200" cy="45817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2" idx="3"/>
              <a:endCxn id="15" idx="1"/>
            </p:cNvCxnSpPr>
            <p:nvPr/>
          </p:nvCxnSpPr>
          <p:spPr>
            <a:xfrm>
              <a:off x="5872386" y="4228983"/>
              <a:ext cx="4572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986609" y="2724090"/>
              <a:ext cx="7746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cap="small" dirty="0" smtClean="0"/>
                <a:t>Users</a:t>
              </a:r>
              <a:endParaRPr lang="en-US" sz="2000" b="1" cap="small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45071" y="2724090"/>
              <a:ext cx="7572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cap="small" dirty="0" smtClean="0"/>
                <a:t>Roles</a:t>
              </a:r>
              <a:endParaRPr lang="en-US" sz="2000" b="1" cap="small" dirty="0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18" y="2590800"/>
            <a:ext cx="10793953" cy="2072523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19572" y="5048926"/>
            <a:ext cx="10962828" cy="1647370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inMemoryAuthentication</a:t>
            </a:r>
            <a:r>
              <a:rPr lang="en-US" dirty="0" smtClean="0"/>
              <a:t>()</a:t>
            </a:r>
          </a:p>
          <a:p>
            <a:pPr lvl="1"/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nguồn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endParaRPr lang="en-US" dirty="0" smtClean="0"/>
          </a:p>
          <a:p>
            <a:pPr lvl="1"/>
            <a:r>
              <a:rPr lang="en-US" dirty="0" err="1" smtClean="0"/>
              <a:t>Cơ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hóa</a:t>
            </a:r>
            <a:r>
              <a:rPr lang="en-US" dirty="0" smtClean="0"/>
              <a:t> </a:t>
            </a:r>
            <a:r>
              <a:rPr lang="en-US" dirty="0" err="1" smtClean="0"/>
              <a:t>mật</a:t>
            </a:r>
            <a:r>
              <a:rPr lang="en-US" dirty="0" smtClean="0"/>
              <a:t> </a:t>
            </a:r>
            <a:r>
              <a:rPr lang="en-US" dirty="0" err="1" smtClean="0"/>
              <a:t>khẩu</a:t>
            </a:r>
            <a:endParaRPr lang="en-US" dirty="0" smtClean="0"/>
          </a:p>
          <a:p>
            <a:pPr lvl="1"/>
            <a:r>
              <a:rPr lang="en-US" dirty="0" err="1" smtClean="0"/>
              <a:t>Mỗi</a:t>
            </a:r>
            <a:r>
              <a:rPr lang="en-US" dirty="0" smtClean="0"/>
              <a:t> user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vai</a:t>
            </a:r>
            <a:r>
              <a:rPr lang="en-US" dirty="0" smtClean="0"/>
              <a:t> </a:t>
            </a:r>
            <a:r>
              <a:rPr lang="en-US" dirty="0" err="1" smtClean="0"/>
              <a:t>trò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57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HttpSecurity</a:t>
            </a:r>
            <a:r>
              <a:rPr lang="en-US" dirty="0"/>
              <a:t> - </a:t>
            </a:r>
            <a:r>
              <a:rPr lang="en-US" dirty="0" smtClean="0"/>
              <a:t>Authentication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90587"/>
            <a:ext cx="10972800" cy="5076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2286000"/>
            <a:ext cx="6524625" cy="92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3259756"/>
            <a:ext cx="6524625" cy="133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4643087"/>
            <a:ext cx="6524625" cy="885825"/>
          </a:xfrm>
          <a:prstGeom prst="rect">
            <a:avLst/>
          </a:prstGeom>
        </p:spPr>
      </p:pic>
      <p:sp>
        <p:nvSpPr>
          <p:cNvPr id="8" name="Line Callout 1 7"/>
          <p:cNvSpPr/>
          <p:nvPr/>
        </p:nvSpPr>
        <p:spPr>
          <a:xfrm>
            <a:off x="8077200" y="2971800"/>
            <a:ext cx="3505200" cy="990600"/>
          </a:xfrm>
          <a:prstGeom prst="borderCallout1">
            <a:avLst>
              <a:gd name="adj1" fmla="val 62267"/>
              <a:gd name="adj2" fmla="val -1998"/>
              <a:gd name="adj3" fmla="val 114827"/>
              <a:gd name="adj4" fmla="val -227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Bắt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đăng</a:t>
            </a:r>
            <a:r>
              <a:rPr lang="en-US" sz="2400" dirty="0"/>
              <a:t> </a:t>
            </a:r>
            <a:r>
              <a:rPr lang="en-US" sz="2400" dirty="0" err="1" smtClean="0"/>
              <a:t>nhập</a:t>
            </a:r>
            <a:r>
              <a:rPr lang="en-US" sz="2400" dirty="0" smtClean="0"/>
              <a:t> </a:t>
            </a:r>
            <a:r>
              <a:rPr lang="en-US" sz="2400" dirty="0" err="1" smtClean="0"/>
              <a:t>khi</a:t>
            </a:r>
            <a:r>
              <a:rPr lang="en-US" sz="2400" dirty="0" smtClean="0"/>
              <a:t> </a:t>
            </a:r>
            <a:r>
              <a:rPr lang="en-US" sz="2400" dirty="0" err="1" smtClean="0"/>
              <a:t>truy</a:t>
            </a:r>
            <a:r>
              <a:rPr lang="en-US" sz="2400" dirty="0" smtClean="0"/>
              <a:t> </a:t>
            </a:r>
            <a:r>
              <a:rPr lang="en-US" sz="2400" dirty="0" err="1" smtClean="0"/>
              <a:t>xuất</a:t>
            </a:r>
            <a:r>
              <a:rPr lang="en-US" sz="2400" dirty="0" smtClean="0"/>
              <a:t> </a:t>
            </a:r>
            <a:r>
              <a:rPr lang="en-US" sz="2400" dirty="0" err="1" smtClean="0"/>
              <a:t>bất</a:t>
            </a:r>
            <a:r>
              <a:rPr lang="en-US" sz="2400" dirty="0" smtClean="0"/>
              <a:t> </a:t>
            </a:r>
            <a:r>
              <a:rPr lang="en-US" sz="2400" dirty="0" err="1" smtClean="0"/>
              <a:t>kỳ</a:t>
            </a:r>
            <a:r>
              <a:rPr lang="en-US" sz="2400" dirty="0" smtClean="0"/>
              <a:t> </a:t>
            </a:r>
            <a:r>
              <a:rPr lang="en-US" sz="2400" dirty="0" smtClean="0"/>
              <a:t>URL </a:t>
            </a:r>
            <a:r>
              <a:rPr lang="en-US" sz="2400" dirty="0" err="1" smtClean="0"/>
              <a:t>nào</a:t>
            </a:r>
            <a:endParaRPr lang="en-US" sz="2400" dirty="0"/>
          </a:p>
        </p:txBody>
      </p:sp>
      <p:sp>
        <p:nvSpPr>
          <p:cNvPr id="9" name="Line Callout 1 8"/>
          <p:cNvSpPr/>
          <p:nvPr/>
        </p:nvSpPr>
        <p:spPr>
          <a:xfrm>
            <a:off x="8077200" y="5309672"/>
            <a:ext cx="3505200" cy="990600"/>
          </a:xfrm>
          <a:prstGeom prst="borderCallout1">
            <a:avLst>
              <a:gd name="adj1" fmla="val 62267"/>
              <a:gd name="adj2" fmla="val -1998"/>
              <a:gd name="adj3" fmla="val 5726"/>
              <a:gd name="adj4" fmla="val -1137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Giao</a:t>
            </a:r>
            <a:r>
              <a:rPr lang="en-US" sz="2400" dirty="0" smtClean="0"/>
              <a:t> </a:t>
            </a:r>
            <a:r>
              <a:rPr lang="en-US" sz="2400" dirty="0" err="1" smtClean="0"/>
              <a:t>diện</a:t>
            </a:r>
            <a:r>
              <a:rPr lang="en-US" sz="2400" dirty="0" smtClean="0"/>
              <a:t> </a:t>
            </a:r>
            <a:r>
              <a:rPr lang="en-US" sz="2400" dirty="0" err="1" smtClean="0"/>
              <a:t>đăng</a:t>
            </a:r>
            <a:r>
              <a:rPr lang="en-US" sz="2400" dirty="0" smtClean="0"/>
              <a:t> </a:t>
            </a:r>
            <a:r>
              <a:rPr lang="en-US" sz="2400" dirty="0" err="1" smtClean="0"/>
              <a:t>nhập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hộp</a:t>
            </a:r>
            <a:r>
              <a:rPr lang="en-US" sz="2400" dirty="0" smtClean="0"/>
              <a:t> </a:t>
            </a:r>
            <a:r>
              <a:rPr lang="en-US" sz="2400" dirty="0" err="1" smtClean="0"/>
              <a:t>thoại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duyệt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265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42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</a:t>
            </a:r>
            <a:r>
              <a:rPr lang="en-US" dirty="0" smtClean="0"/>
              <a:t>Flow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74982" y="1421239"/>
            <a:ext cx="1815738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Secured URL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/>
          <p:cNvCxnSpPr>
            <a:stCxn id="5" idx="2"/>
            <a:endCxn id="30" idx="0"/>
          </p:cNvCxnSpPr>
          <p:nvPr/>
        </p:nvCxnSpPr>
        <p:spPr>
          <a:xfrm>
            <a:off x="3582851" y="1931561"/>
            <a:ext cx="0" cy="1247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674982" y="3179227"/>
            <a:ext cx="1815738" cy="347146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Authenticated?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Flowchart: Decision 38"/>
          <p:cNvSpPr/>
          <p:nvPr/>
        </p:nvSpPr>
        <p:spPr>
          <a:xfrm>
            <a:off x="3360782" y="3766066"/>
            <a:ext cx="444138" cy="347146"/>
          </a:xfrm>
          <a:prstGeom prst="flowChartDecision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2" name="Straight Arrow Connector 41"/>
          <p:cNvCxnSpPr>
            <a:stCxn id="30" idx="2"/>
            <a:endCxn id="39" idx="0"/>
          </p:cNvCxnSpPr>
          <p:nvPr/>
        </p:nvCxnSpPr>
        <p:spPr>
          <a:xfrm>
            <a:off x="3582851" y="3526373"/>
            <a:ext cx="0" cy="239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735426" y="3596058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No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45855" y="4099907"/>
            <a:ext cx="50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Yes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034881" y="3684478"/>
            <a:ext cx="2041922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Login UI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58" name="Straight Arrow Connector 57"/>
          <p:cNvCxnSpPr>
            <a:stCxn id="39" idx="2"/>
            <a:endCxn id="73" idx="0"/>
          </p:cNvCxnSpPr>
          <p:nvPr/>
        </p:nvCxnSpPr>
        <p:spPr>
          <a:xfrm>
            <a:off x="3582851" y="4113212"/>
            <a:ext cx="0" cy="1929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39" idx="3"/>
            <a:endCxn id="48" idx="1"/>
          </p:cNvCxnSpPr>
          <p:nvPr/>
        </p:nvCxnSpPr>
        <p:spPr>
          <a:xfrm>
            <a:off x="3804920" y="3939639"/>
            <a:ext cx="1229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674982" y="6042878"/>
            <a:ext cx="1815738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1371600" y="1524000"/>
            <a:ext cx="304800" cy="3048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8" name="Straight Arrow Connector 97"/>
          <p:cNvCxnSpPr>
            <a:stCxn id="95" idx="6"/>
            <a:endCxn id="5" idx="1"/>
          </p:cNvCxnSpPr>
          <p:nvPr/>
        </p:nvCxnSpPr>
        <p:spPr>
          <a:xfrm>
            <a:off x="1676400" y="1676400"/>
            <a:ext cx="998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8225402" y="3766066"/>
            <a:ext cx="1671734" cy="347146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Check?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Flowchart: Decision 108"/>
          <p:cNvSpPr/>
          <p:nvPr/>
        </p:nvSpPr>
        <p:spPr>
          <a:xfrm>
            <a:off x="10223862" y="3766066"/>
            <a:ext cx="444138" cy="347146"/>
          </a:xfrm>
          <a:prstGeom prst="flowChartDecision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1" name="Straight Arrow Connector 110"/>
          <p:cNvCxnSpPr>
            <a:stCxn id="48" idx="3"/>
            <a:endCxn id="105" idx="1"/>
          </p:cNvCxnSpPr>
          <p:nvPr/>
        </p:nvCxnSpPr>
        <p:spPr>
          <a:xfrm>
            <a:off x="7076803" y="3939639"/>
            <a:ext cx="1148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105" idx="3"/>
            <a:endCxn id="109" idx="1"/>
          </p:cNvCxnSpPr>
          <p:nvPr/>
        </p:nvCxnSpPr>
        <p:spPr>
          <a:xfrm>
            <a:off x="9897136" y="3939639"/>
            <a:ext cx="3267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109" idx="0"/>
            <a:endCxn id="48" idx="0"/>
          </p:cNvCxnSpPr>
          <p:nvPr/>
        </p:nvCxnSpPr>
        <p:spPr>
          <a:xfrm rot="16200000" flipV="1">
            <a:off x="8279920" y="1600054"/>
            <a:ext cx="55027" cy="4276997"/>
          </a:xfrm>
          <a:prstGeom prst="bentConnector3">
            <a:avLst>
              <a:gd name="adj1" fmla="val 122760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 rot="16200000">
            <a:off x="10255281" y="3068347"/>
            <a:ext cx="86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Invalid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 rot="5400000">
            <a:off x="10347902" y="4322417"/>
            <a:ext cx="677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Valid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495107" y="1013242"/>
            <a:ext cx="117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Request</a:t>
            </a:r>
            <a:endParaRPr lang="en-US" b="1" cap="all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lowchart: Magnetic Disk 2"/>
          <p:cNvSpPr/>
          <p:nvPr/>
        </p:nvSpPr>
        <p:spPr>
          <a:xfrm>
            <a:off x="8413569" y="4645152"/>
            <a:ext cx="1295400" cy="612648"/>
          </a:xfrm>
          <a:prstGeom prst="flowChartMagneticDisk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Users</a:t>
            </a:r>
            <a:endParaRPr lang="en-US" b="1" dirty="0"/>
          </a:p>
        </p:txBody>
      </p:sp>
      <p:cxnSp>
        <p:nvCxnSpPr>
          <p:cNvPr id="15" name="Elbow Connector 14"/>
          <p:cNvCxnSpPr>
            <a:stCxn id="109" idx="2"/>
            <a:endCxn id="73" idx="0"/>
          </p:cNvCxnSpPr>
          <p:nvPr/>
        </p:nvCxnSpPr>
        <p:spPr>
          <a:xfrm rot="5400000">
            <a:off x="6049558" y="1646505"/>
            <a:ext cx="1929666" cy="6863080"/>
          </a:xfrm>
          <a:prstGeom prst="bentConnector3">
            <a:avLst>
              <a:gd name="adj1" fmla="val 75047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05" idx="2"/>
            <a:endCxn id="3" idx="1"/>
          </p:cNvCxnSpPr>
          <p:nvPr/>
        </p:nvCxnSpPr>
        <p:spPr>
          <a:xfrm>
            <a:off x="9061269" y="4113212"/>
            <a:ext cx="0" cy="53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5489302" y="1046337"/>
            <a:ext cx="409278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chemeClr val="accent3"/>
                </a:solidFill>
              </a:rPr>
              <a:t>Secured </a:t>
            </a:r>
            <a:r>
              <a:rPr lang="en-US" sz="3600" b="1" dirty="0" smtClean="0">
                <a:ln/>
                <a:solidFill>
                  <a:srgbClr val="FF0000"/>
                </a:solidFill>
              </a:rPr>
              <a:t>URL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 </a:t>
            </a:r>
            <a:r>
              <a:rPr lang="en-US" sz="3600" b="1" dirty="0" err="1" smtClean="0">
                <a:ln/>
                <a:solidFill>
                  <a:schemeClr val="accent3"/>
                </a:solidFill>
              </a:rPr>
              <a:t>là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 </a:t>
            </a:r>
            <a:r>
              <a:rPr lang="en-US" sz="3600" b="1" dirty="0" err="1" smtClean="0">
                <a:ln/>
                <a:solidFill>
                  <a:schemeClr val="accent3"/>
                </a:solidFill>
              </a:rPr>
              <a:t>gì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?</a:t>
            </a:r>
          </a:p>
          <a:p>
            <a:r>
              <a:rPr lang="en-US" sz="3600" b="1" dirty="0" err="1" smtClean="0">
                <a:ln/>
                <a:solidFill>
                  <a:schemeClr val="accent3"/>
                </a:solidFill>
              </a:rPr>
              <a:t>Nguồn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 </a:t>
            </a:r>
            <a:r>
              <a:rPr lang="en-US" sz="3600" b="1" dirty="0" smtClean="0">
                <a:ln/>
                <a:solidFill>
                  <a:srgbClr val="FF0000"/>
                </a:solidFill>
              </a:rPr>
              <a:t>user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 ở </a:t>
            </a:r>
            <a:r>
              <a:rPr lang="en-US" sz="3600" b="1" dirty="0" err="1" smtClean="0">
                <a:ln/>
                <a:solidFill>
                  <a:schemeClr val="accent3"/>
                </a:solidFill>
              </a:rPr>
              <a:t>đâu</a:t>
            </a:r>
            <a:r>
              <a:rPr lang="en-US" sz="3600" b="1" dirty="0" smtClean="0">
                <a:ln/>
                <a:solidFill>
                  <a:schemeClr val="accent3"/>
                </a:solidFill>
              </a:rPr>
              <a:t>?</a:t>
            </a:r>
          </a:p>
          <a:p>
            <a:r>
              <a:rPr lang="en-US" sz="3600" b="1" cap="none" spc="0" dirty="0" smtClean="0">
                <a:ln/>
                <a:solidFill>
                  <a:srgbClr val="FF0000"/>
                </a:solidFill>
                <a:effectLst/>
              </a:rPr>
              <a:t>Login UI </a:t>
            </a:r>
            <a:r>
              <a:rPr lang="en-US" sz="3600" b="1" cap="none" spc="0" dirty="0" err="1" smtClean="0">
                <a:ln/>
                <a:solidFill>
                  <a:schemeClr val="accent3"/>
                </a:solidFill>
                <a:effectLst/>
              </a:rPr>
              <a:t>đăng</a:t>
            </a:r>
            <a:r>
              <a:rPr lang="en-US" sz="3600" b="1" cap="none" spc="0" dirty="0" smtClean="0">
                <a:ln/>
                <a:solidFill>
                  <a:schemeClr val="accent3"/>
                </a:solidFill>
                <a:effectLst/>
              </a:rPr>
              <a:t> </a:t>
            </a:r>
            <a:r>
              <a:rPr lang="en-US" sz="3600" b="1" cap="none" spc="0" dirty="0" err="1" smtClean="0">
                <a:ln/>
                <a:solidFill>
                  <a:schemeClr val="accent3"/>
                </a:solidFill>
                <a:effectLst/>
              </a:rPr>
              <a:t>nhập</a:t>
            </a:r>
            <a:r>
              <a:rPr lang="en-US" sz="3600" b="1" dirty="0">
                <a:ln/>
                <a:solidFill>
                  <a:schemeClr val="accent3"/>
                </a:solidFill>
              </a:rPr>
              <a:t>?</a:t>
            </a:r>
            <a:endParaRPr lang="en-US" sz="36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0424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" grpId="0" animBg="1"/>
      <p:bldP spid="39" grpId="0" animBg="1"/>
      <p:bldP spid="43" grpId="0"/>
      <p:bldP spid="44" grpId="0"/>
      <p:bldP spid="48" grpId="0" animBg="1"/>
      <p:bldP spid="73" grpId="0" animBg="1"/>
      <p:bldP spid="95" grpId="0" animBg="1"/>
      <p:bldP spid="105" grpId="0" animBg="1"/>
      <p:bldP spid="109" grpId="0" animBg="1"/>
      <p:bldP spid="117" grpId="0"/>
      <p:bldP spid="118" grpId="0"/>
      <p:bldP spid="124" grpId="0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3124200" y="1752600"/>
            <a:ext cx="8458200" cy="4495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276600" y="2057400"/>
            <a:ext cx="2667000" cy="396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781800" y="2057400"/>
            <a:ext cx="4648200" cy="396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&amp; Authorization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685800" y="2460172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@Url1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3581400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@Url2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685800" y="4702628"/>
            <a:ext cx="13970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@</a:t>
            </a:r>
            <a:r>
              <a:rPr lang="en-US" sz="2400" dirty="0" err="1" smtClean="0"/>
              <a:t>UrlN</a:t>
            </a:r>
            <a:endParaRPr lang="en-US" sz="2400" dirty="0"/>
          </a:p>
        </p:txBody>
      </p:sp>
      <p:sp>
        <p:nvSpPr>
          <p:cNvPr id="7" name="Frame 6"/>
          <p:cNvSpPr/>
          <p:nvPr/>
        </p:nvSpPr>
        <p:spPr>
          <a:xfrm>
            <a:off x="3433352" y="3429000"/>
            <a:ext cx="2311400" cy="1066800"/>
          </a:xfrm>
          <a:prstGeom prst="fram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Authorizing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85000" y="2460172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Role1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6976291" y="3581400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Role2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6976291" y="4702628"/>
            <a:ext cx="1397000" cy="76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RoleN</a:t>
            </a:r>
            <a:endParaRPr lang="en-US" sz="2400" dirty="0"/>
          </a:p>
        </p:txBody>
      </p:sp>
      <p:cxnSp>
        <p:nvCxnSpPr>
          <p:cNvPr id="12" name="Straight Arrow Connector 11"/>
          <p:cNvCxnSpPr>
            <a:stCxn id="4" idx="3"/>
            <a:endCxn id="7" idx="1"/>
          </p:cNvCxnSpPr>
          <p:nvPr/>
        </p:nvCxnSpPr>
        <p:spPr>
          <a:xfrm>
            <a:off x="2082800" y="2841172"/>
            <a:ext cx="1350552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3"/>
            <a:endCxn id="7" idx="1"/>
          </p:cNvCxnSpPr>
          <p:nvPr/>
        </p:nvCxnSpPr>
        <p:spPr>
          <a:xfrm>
            <a:off x="2082800" y="3962400"/>
            <a:ext cx="135055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3"/>
            <a:endCxn id="7" idx="1"/>
          </p:cNvCxnSpPr>
          <p:nvPr/>
        </p:nvCxnSpPr>
        <p:spPr>
          <a:xfrm flipV="1">
            <a:off x="2082800" y="3962400"/>
            <a:ext cx="1350552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3"/>
            <a:endCxn id="8" idx="1"/>
          </p:cNvCxnSpPr>
          <p:nvPr/>
        </p:nvCxnSpPr>
        <p:spPr>
          <a:xfrm flipV="1">
            <a:off x="5744752" y="2841172"/>
            <a:ext cx="1240248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3"/>
            <a:endCxn id="9" idx="1"/>
          </p:cNvCxnSpPr>
          <p:nvPr/>
        </p:nvCxnSpPr>
        <p:spPr>
          <a:xfrm>
            <a:off x="5744752" y="3962400"/>
            <a:ext cx="1231539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  <a:endCxn id="10" idx="1"/>
          </p:cNvCxnSpPr>
          <p:nvPr/>
        </p:nvCxnSpPr>
        <p:spPr>
          <a:xfrm>
            <a:off x="5744752" y="3962400"/>
            <a:ext cx="1231539" cy="112122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ultidocument 23"/>
          <p:cNvSpPr/>
          <p:nvPr/>
        </p:nvSpPr>
        <p:spPr>
          <a:xfrm>
            <a:off x="9448800" y="3390900"/>
            <a:ext cx="1752600" cy="1143000"/>
          </a:xfrm>
          <a:prstGeom prst="flowChartMultidocumen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Users</a:t>
            </a:r>
            <a:endParaRPr lang="en-US" sz="2400" dirty="0"/>
          </a:p>
        </p:txBody>
      </p:sp>
      <p:cxnSp>
        <p:nvCxnSpPr>
          <p:cNvPr id="26" name="Straight Connector 25"/>
          <p:cNvCxnSpPr>
            <a:stCxn id="24" idx="1"/>
            <a:endCxn id="8" idx="3"/>
          </p:cNvCxnSpPr>
          <p:nvPr/>
        </p:nvCxnSpPr>
        <p:spPr>
          <a:xfrm flipH="1" flipV="1">
            <a:off x="8382000" y="2841172"/>
            <a:ext cx="1066800" cy="112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4" idx="1"/>
            <a:endCxn id="9" idx="3"/>
          </p:cNvCxnSpPr>
          <p:nvPr/>
        </p:nvCxnSpPr>
        <p:spPr>
          <a:xfrm flipH="1">
            <a:off x="8373291" y="3962400"/>
            <a:ext cx="10755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4" idx="1"/>
            <a:endCxn id="10" idx="3"/>
          </p:cNvCxnSpPr>
          <p:nvPr/>
        </p:nvCxnSpPr>
        <p:spPr>
          <a:xfrm flipH="1">
            <a:off x="8373291" y="3962400"/>
            <a:ext cx="1075509" cy="112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olded Corner 71"/>
          <p:cNvSpPr/>
          <p:nvPr/>
        </p:nvSpPr>
        <p:spPr>
          <a:xfrm>
            <a:off x="3433352" y="2264228"/>
            <a:ext cx="2311400" cy="9144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Login, Logoff, Error</a:t>
            </a:r>
            <a:endParaRPr lang="en-US" sz="2400" dirty="0"/>
          </a:p>
        </p:txBody>
      </p:sp>
      <p:cxnSp>
        <p:nvCxnSpPr>
          <p:cNvPr id="74" name="Straight Connector 73"/>
          <p:cNvCxnSpPr>
            <a:stCxn id="7" idx="0"/>
            <a:endCxn id="72" idx="2"/>
          </p:cNvCxnSpPr>
          <p:nvPr/>
        </p:nvCxnSpPr>
        <p:spPr>
          <a:xfrm flipV="1">
            <a:off x="4589052" y="3178628"/>
            <a:ext cx="0" cy="250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loud 74"/>
          <p:cNvSpPr/>
          <p:nvPr/>
        </p:nvSpPr>
        <p:spPr>
          <a:xfrm>
            <a:off x="9448800" y="1219200"/>
            <a:ext cx="1676400" cy="1099455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OAuth</a:t>
            </a:r>
            <a:endParaRPr lang="en-US" sz="2400" dirty="0"/>
          </a:p>
        </p:txBody>
      </p:sp>
      <p:cxnSp>
        <p:nvCxnSpPr>
          <p:cNvPr id="77" name="Straight Connector 76"/>
          <p:cNvCxnSpPr>
            <a:stCxn id="75" idx="1"/>
          </p:cNvCxnSpPr>
          <p:nvPr/>
        </p:nvCxnSpPr>
        <p:spPr>
          <a:xfrm>
            <a:off x="10287000" y="2317484"/>
            <a:ext cx="0" cy="1073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170642" y="5486400"/>
            <a:ext cx="4106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err="1" smtClean="0">
                <a:solidFill>
                  <a:srgbClr val="FF0000"/>
                </a:solidFill>
              </a:rPr>
              <a:t>AuthenticationManagerBuilder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707506" y="5486400"/>
            <a:ext cx="1763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cap="small" dirty="0" err="1" smtClean="0">
                <a:solidFill>
                  <a:srgbClr val="FF0000"/>
                </a:solidFill>
              </a:rPr>
              <a:t>HttpSecurity</a:t>
            </a:r>
            <a:endParaRPr lang="en-US" sz="2400" b="1" cap="smal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15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80" grpId="0" animBg="1"/>
      <p:bldP spid="78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4" grpId="0" animBg="1"/>
      <p:bldP spid="72" grpId="0" animBg="1"/>
      <p:bldP spid="75" grpId="0" animBg="1"/>
      <p:bldP spid="79" grpId="0"/>
      <p:bldP spid="8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1400" y="3033976"/>
            <a:ext cx="642207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HttpSecurity</a:t>
            </a:r>
            <a:r>
              <a:rPr lang="en-US" sz="40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0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– Login &amp; Logoff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94455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Login UI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0600"/>
            <a:ext cx="5885881" cy="376563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3121885"/>
            <a:ext cx="5543550" cy="32687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1446" y="4756238"/>
            <a:ext cx="352141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err="1" smtClean="0">
                <a:ln/>
                <a:solidFill>
                  <a:schemeClr val="accent3"/>
                </a:solidFill>
                <a:effectLst/>
              </a:rPr>
              <a:t>http.httpBasic</a:t>
            </a:r>
            <a:r>
              <a:rPr lang="en-US" sz="4000" b="1" cap="none" spc="0" dirty="0" smtClean="0">
                <a:ln/>
                <a:solidFill>
                  <a:schemeClr val="accent3"/>
                </a:solidFill>
                <a:effectLst/>
              </a:rPr>
              <a:t>()</a:t>
            </a:r>
            <a:endParaRPr lang="en-US" sz="4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86838" y="2398759"/>
            <a:ext cx="369556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err="1" smtClean="0">
                <a:ln/>
                <a:solidFill>
                  <a:schemeClr val="accent3"/>
                </a:solidFill>
                <a:effectLst/>
              </a:rPr>
              <a:t>http.formLogin</a:t>
            </a:r>
            <a:r>
              <a:rPr lang="en-US" sz="4000" b="1" cap="none" spc="0" dirty="0" smtClean="0">
                <a:ln/>
                <a:solidFill>
                  <a:schemeClr val="accent3"/>
                </a:solidFill>
                <a:effectLst/>
              </a:rPr>
              <a:t>()</a:t>
            </a:r>
            <a:endParaRPr lang="en-US" sz="40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8028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HttpSecurity - Login &amp; Logoff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609600"/>
          </a:xfrm>
        </p:spPr>
        <p:txBody>
          <a:bodyPr/>
          <a:lstStyle/>
          <a:p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hộp</a:t>
            </a:r>
            <a:r>
              <a:rPr lang="en-US" dirty="0" smtClean="0"/>
              <a:t> </a:t>
            </a:r>
            <a:r>
              <a:rPr lang="en-US" dirty="0" err="1" smtClean="0"/>
              <a:t>thoại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form HTML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55671"/>
            <a:ext cx="11049000" cy="484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4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HttpSecurity</a:t>
            </a:r>
            <a:r>
              <a:rPr lang="en-US" dirty="0"/>
              <a:t> </a:t>
            </a:r>
            <a:r>
              <a:rPr lang="en-US" dirty="0" smtClean="0"/>
              <a:t>- Login &amp; Logoff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473439" cy="4876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63165" y="994797"/>
            <a:ext cx="352141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cap="none" spc="0" dirty="0" err="1" smtClean="0">
                <a:ln/>
                <a:solidFill>
                  <a:schemeClr val="accent3"/>
                </a:solidFill>
                <a:effectLst/>
              </a:rPr>
              <a:t>http.httpBasic</a:t>
            </a:r>
            <a:r>
              <a:rPr lang="en-US" sz="4000" b="1" cap="none" spc="0" dirty="0" smtClean="0">
                <a:ln/>
                <a:solidFill>
                  <a:schemeClr val="accent3"/>
                </a:solidFill>
                <a:effectLst/>
              </a:rPr>
              <a:t>()</a:t>
            </a:r>
            <a:endParaRPr lang="en-US" sz="40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3" name="Folded Corner 2"/>
          <p:cNvSpPr/>
          <p:nvPr/>
        </p:nvSpPr>
        <p:spPr>
          <a:xfrm>
            <a:off x="7162800" y="2643366"/>
            <a:ext cx="4419600" cy="2614434"/>
          </a:xfrm>
          <a:prstGeom prst="foldedCorner">
            <a:avLst>
              <a:gd name="adj" fmla="val 687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/>
              <a:t>&lt;form action=“</a:t>
            </a:r>
            <a:r>
              <a:rPr lang="en-US" sz="2400" b="1" dirty="0" smtClean="0">
                <a:solidFill>
                  <a:srgbClr val="FF0000"/>
                </a:solidFill>
              </a:rPr>
              <a:t>/security/login</a:t>
            </a:r>
            <a:r>
              <a:rPr lang="en-US" sz="2400" dirty="0" smtClean="0"/>
              <a:t>”&gt;</a:t>
            </a:r>
          </a:p>
          <a:p>
            <a:r>
              <a:rPr lang="en-US" sz="2400" dirty="0" smtClean="0"/>
              <a:t>&lt;input name=“</a:t>
            </a:r>
            <a:r>
              <a:rPr lang="en-US" sz="2400" b="1" i="1" dirty="0" smtClean="0">
                <a:solidFill>
                  <a:srgbClr val="0000FF"/>
                </a:solidFill>
              </a:rPr>
              <a:t>username</a:t>
            </a:r>
            <a:r>
              <a:rPr lang="en-US" sz="2400" dirty="0" smtClean="0"/>
              <a:t>”&gt;</a:t>
            </a:r>
          </a:p>
          <a:p>
            <a:r>
              <a:rPr lang="en-US" sz="2400" dirty="0"/>
              <a:t>&lt;input name</a:t>
            </a:r>
            <a:r>
              <a:rPr lang="en-US" sz="2400" dirty="0" smtClean="0"/>
              <a:t>=“</a:t>
            </a:r>
            <a:r>
              <a:rPr lang="en-US" sz="2400" b="1" i="1" dirty="0">
                <a:solidFill>
                  <a:srgbClr val="0000FF"/>
                </a:solidFill>
              </a:rPr>
              <a:t>password</a:t>
            </a:r>
            <a:r>
              <a:rPr lang="en-US" sz="2400" dirty="0" smtClean="0"/>
              <a:t>”&gt;</a:t>
            </a:r>
            <a:endParaRPr lang="en-US" sz="2400" dirty="0"/>
          </a:p>
          <a:p>
            <a:r>
              <a:rPr lang="en-US" sz="2400" dirty="0" smtClean="0"/>
              <a:t>&lt;</a:t>
            </a:r>
            <a:r>
              <a:rPr lang="en-US" sz="2400" dirty="0"/>
              <a:t>input name</a:t>
            </a:r>
            <a:r>
              <a:rPr lang="en-US" sz="2400" dirty="0" smtClean="0"/>
              <a:t>=“</a:t>
            </a:r>
            <a:r>
              <a:rPr lang="en-US" sz="2400" b="1" i="1" dirty="0">
                <a:solidFill>
                  <a:srgbClr val="0000FF"/>
                </a:solidFill>
              </a:rPr>
              <a:t>remember</a:t>
            </a:r>
            <a:r>
              <a:rPr lang="en-US" sz="2400" dirty="0" smtClean="0"/>
              <a:t>” type=“checkbox”&gt;</a:t>
            </a:r>
          </a:p>
          <a:p>
            <a:endParaRPr lang="en-US" sz="1000" dirty="0"/>
          </a:p>
          <a:p>
            <a:r>
              <a:rPr lang="en-US" sz="2400" dirty="0" smtClean="0"/>
              <a:t>&lt;a </a:t>
            </a:r>
            <a:r>
              <a:rPr lang="en-US" sz="2400" dirty="0" err="1" smtClean="0"/>
              <a:t>href</a:t>
            </a:r>
            <a:r>
              <a:rPr lang="en-US" sz="2400" dirty="0" smtClean="0"/>
              <a:t>=“</a:t>
            </a:r>
            <a:r>
              <a:rPr lang="en-US" sz="2400" b="1" dirty="0" smtClean="0">
                <a:solidFill>
                  <a:srgbClr val="FF0000"/>
                </a:solidFill>
              </a:rPr>
              <a:t>/security/logoff</a:t>
            </a:r>
            <a:r>
              <a:rPr lang="en-US" sz="2400" dirty="0" smtClean="0"/>
              <a:t>”&gt;</a:t>
            </a:r>
            <a:endParaRPr lang="en-US" sz="2400" dirty="0"/>
          </a:p>
        </p:txBody>
      </p:sp>
      <p:sp>
        <p:nvSpPr>
          <p:cNvPr id="7" name="Left Arrow 6"/>
          <p:cNvSpPr/>
          <p:nvPr/>
        </p:nvSpPr>
        <p:spPr>
          <a:xfrm>
            <a:off x="5791200" y="1106424"/>
            <a:ext cx="1912133" cy="484632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5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81400" y="3033976"/>
            <a:ext cx="569239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40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HttpSecurity</a:t>
            </a:r>
            <a:r>
              <a:rPr lang="en-US" sz="40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40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- Authorizing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70" y="1143000"/>
            <a:ext cx="2543530" cy="378195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62599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Authorization Flowchart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12446" y="1421239"/>
            <a:ext cx="1815738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@URL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" name="Straight Arrow Connector 8"/>
          <p:cNvCxnSpPr>
            <a:stCxn id="5" idx="2"/>
            <a:endCxn id="30" idx="0"/>
          </p:cNvCxnSpPr>
          <p:nvPr/>
        </p:nvCxnSpPr>
        <p:spPr>
          <a:xfrm>
            <a:off x="3820315" y="1931561"/>
            <a:ext cx="0" cy="559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912446" y="2491279"/>
            <a:ext cx="1815738" cy="347146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Authenticated?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" name="Flowchart: Decision 38"/>
          <p:cNvSpPr/>
          <p:nvPr/>
        </p:nvSpPr>
        <p:spPr>
          <a:xfrm>
            <a:off x="3598246" y="3078118"/>
            <a:ext cx="444138" cy="347146"/>
          </a:xfrm>
          <a:prstGeom prst="flowChartDecision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2" name="Straight Arrow Connector 41"/>
          <p:cNvCxnSpPr>
            <a:stCxn id="30" idx="2"/>
            <a:endCxn id="39" idx="0"/>
          </p:cNvCxnSpPr>
          <p:nvPr/>
        </p:nvCxnSpPr>
        <p:spPr>
          <a:xfrm>
            <a:off x="3820315" y="2838425"/>
            <a:ext cx="0" cy="239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972890" y="290811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No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83319" y="3411959"/>
            <a:ext cx="50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Yes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272345" y="2996530"/>
            <a:ext cx="2041922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Login UI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67" name="Straight Arrow Connector 66"/>
          <p:cNvCxnSpPr>
            <a:stCxn id="39" idx="3"/>
            <a:endCxn id="48" idx="1"/>
          </p:cNvCxnSpPr>
          <p:nvPr/>
        </p:nvCxnSpPr>
        <p:spPr>
          <a:xfrm>
            <a:off x="4042384" y="3251691"/>
            <a:ext cx="12299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912446" y="6042878"/>
            <a:ext cx="1815738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1609064" y="1524000"/>
            <a:ext cx="304800" cy="3048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98" name="Straight Arrow Connector 97"/>
          <p:cNvCxnSpPr>
            <a:stCxn id="95" idx="6"/>
            <a:endCxn id="5" idx="1"/>
          </p:cNvCxnSpPr>
          <p:nvPr/>
        </p:nvCxnSpPr>
        <p:spPr>
          <a:xfrm>
            <a:off x="1913864" y="1676400"/>
            <a:ext cx="998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8462866" y="3078118"/>
            <a:ext cx="1671734" cy="347146"/>
          </a:xfrm>
          <a:prstGeom prst="rect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Check?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9" name="Flowchart: Decision 108"/>
          <p:cNvSpPr/>
          <p:nvPr/>
        </p:nvSpPr>
        <p:spPr>
          <a:xfrm>
            <a:off x="10461326" y="3078118"/>
            <a:ext cx="444138" cy="347146"/>
          </a:xfrm>
          <a:prstGeom prst="flowChartDecision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11" name="Straight Arrow Connector 110"/>
          <p:cNvCxnSpPr>
            <a:stCxn id="48" idx="3"/>
            <a:endCxn id="105" idx="1"/>
          </p:cNvCxnSpPr>
          <p:nvPr/>
        </p:nvCxnSpPr>
        <p:spPr>
          <a:xfrm>
            <a:off x="7314267" y="3251691"/>
            <a:ext cx="11485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105" idx="3"/>
            <a:endCxn id="109" idx="1"/>
          </p:cNvCxnSpPr>
          <p:nvPr/>
        </p:nvCxnSpPr>
        <p:spPr>
          <a:xfrm>
            <a:off x="10134600" y="3251691"/>
            <a:ext cx="3267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6" name="Elbow Connector 115"/>
          <p:cNvCxnSpPr>
            <a:stCxn id="109" idx="0"/>
            <a:endCxn id="48" idx="0"/>
          </p:cNvCxnSpPr>
          <p:nvPr/>
        </p:nvCxnSpPr>
        <p:spPr>
          <a:xfrm rot="16200000" flipV="1">
            <a:off x="8517384" y="912106"/>
            <a:ext cx="55027" cy="4276997"/>
          </a:xfrm>
          <a:prstGeom prst="bentConnector3">
            <a:avLst>
              <a:gd name="adj1" fmla="val 1227603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 rot="16200000">
            <a:off x="10492745" y="2380399"/>
            <a:ext cx="86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Invalid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 rot="5400000">
            <a:off x="10585366" y="3634469"/>
            <a:ext cx="677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Valid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732571" y="1013242"/>
            <a:ext cx="1179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Request</a:t>
            </a:r>
            <a:endParaRPr lang="en-US" b="1" cap="all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lowchart: Magnetic Disk 2"/>
          <p:cNvSpPr/>
          <p:nvPr/>
        </p:nvSpPr>
        <p:spPr>
          <a:xfrm>
            <a:off x="8651033" y="3957204"/>
            <a:ext cx="1295400" cy="612648"/>
          </a:xfrm>
          <a:prstGeom prst="flowChartMagneticDisk">
            <a:avLst/>
          </a:prstGeom>
          <a:ln w="31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Users</a:t>
            </a:r>
            <a:endParaRPr lang="en-US" b="1" dirty="0"/>
          </a:p>
        </p:txBody>
      </p:sp>
      <p:cxnSp>
        <p:nvCxnSpPr>
          <p:cNvPr id="15" name="Elbow Connector 14"/>
          <p:cNvCxnSpPr>
            <a:stCxn id="109" idx="2"/>
            <a:endCxn id="73" idx="0"/>
          </p:cNvCxnSpPr>
          <p:nvPr/>
        </p:nvCxnSpPr>
        <p:spPr>
          <a:xfrm rot="5400000">
            <a:off x="5943048" y="1302531"/>
            <a:ext cx="2617614" cy="6863080"/>
          </a:xfrm>
          <a:prstGeom prst="bentConnector3">
            <a:avLst>
              <a:gd name="adj1" fmla="val 83435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05" idx="2"/>
            <a:endCxn id="3" idx="1"/>
          </p:cNvCxnSpPr>
          <p:nvPr/>
        </p:nvCxnSpPr>
        <p:spPr>
          <a:xfrm>
            <a:off x="9298733" y="3425264"/>
            <a:ext cx="0" cy="531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912446" y="4120188"/>
            <a:ext cx="1815738" cy="347146"/>
          </a:xfrm>
          <a:prstGeom prst="rect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Authorized?</a:t>
            </a:r>
            <a:endParaRPr lang="en-US" i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Flowchart: Decision 31"/>
          <p:cNvSpPr/>
          <p:nvPr/>
        </p:nvSpPr>
        <p:spPr>
          <a:xfrm>
            <a:off x="3598246" y="4707027"/>
            <a:ext cx="444138" cy="347146"/>
          </a:xfrm>
          <a:prstGeom prst="flowChartDecision">
            <a:avLst/>
          </a:prstGeom>
          <a:ln w="31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33" name="Straight Arrow Connector 32"/>
          <p:cNvCxnSpPr>
            <a:stCxn id="31" idx="2"/>
            <a:endCxn id="32" idx="0"/>
          </p:cNvCxnSpPr>
          <p:nvPr/>
        </p:nvCxnSpPr>
        <p:spPr>
          <a:xfrm>
            <a:off x="3820315" y="4467334"/>
            <a:ext cx="0" cy="239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 flipH="1">
            <a:off x="3132710" y="4502559"/>
            <a:ext cx="46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No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83319" y="5040868"/>
            <a:ext cx="507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Yes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01195" y="6042878"/>
            <a:ext cx="1815738" cy="510322"/>
          </a:xfrm>
          <a:prstGeom prst="rect">
            <a:avLst/>
          </a:prstGeom>
          <a:solidFill>
            <a:schemeClr val="tx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cap="small" dirty="0" smtClean="0">
                <a:latin typeface="Cambria" panose="02040503050406030204" pitchFamily="18" charset="0"/>
                <a:ea typeface="Cambria" panose="02040503050406030204" pitchFamily="18" charset="0"/>
              </a:rPr>
              <a:t>Denied()</a:t>
            </a:r>
            <a:endParaRPr lang="en-US" b="1" cap="small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41" name="Elbow Connector 40"/>
          <p:cNvCxnSpPr>
            <a:stCxn id="32" idx="1"/>
            <a:endCxn id="38" idx="0"/>
          </p:cNvCxnSpPr>
          <p:nvPr/>
        </p:nvCxnSpPr>
        <p:spPr>
          <a:xfrm rot="10800000" flipV="1">
            <a:off x="1609064" y="4880600"/>
            <a:ext cx="1989182" cy="11622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9" idx="2"/>
            <a:endCxn id="31" idx="0"/>
          </p:cNvCxnSpPr>
          <p:nvPr/>
        </p:nvCxnSpPr>
        <p:spPr>
          <a:xfrm>
            <a:off x="3820315" y="3425264"/>
            <a:ext cx="0" cy="694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32" idx="2"/>
            <a:endCxn id="73" idx="0"/>
          </p:cNvCxnSpPr>
          <p:nvPr/>
        </p:nvCxnSpPr>
        <p:spPr>
          <a:xfrm>
            <a:off x="3820315" y="5054173"/>
            <a:ext cx="0" cy="988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17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8458200" y="1293223"/>
            <a:ext cx="3124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50695" y="1295400"/>
            <a:ext cx="4988105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Authorizing Case Study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789894" y="2808189"/>
            <a:ext cx="2514600" cy="7620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GUEST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789894" y="3939978"/>
            <a:ext cx="2514600" cy="7620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USER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07823" y="5071767"/>
            <a:ext cx="2514600" cy="76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</a:rPr>
              <a:t>ADMIN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763000" y="1676400"/>
            <a:ext cx="2514600" cy="7620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ANONYMOUS</a:t>
            </a:r>
            <a:endParaRPr lang="en-US" sz="2800" dirty="0"/>
          </a:p>
        </p:txBody>
      </p:sp>
      <p:cxnSp>
        <p:nvCxnSpPr>
          <p:cNvPr id="13" name="Straight Arrow Connector 12"/>
          <p:cNvCxnSpPr>
            <a:stCxn id="10" idx="1"/>
            <a:endCxn id="29" idx="3"/>
          </p:cNvCxnSpPr>
          <p:nvPr/>
        </p:nvCxnSpPr>
        <p:spPr>
          <a:xfrm flipH="1">
            <a:off x="5105399" y="5452767"/>
            <a:ext cx="3702424" cy="4578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1"/>
            <a:endCxn id="27" idx="3"/>
          </p:cNvCxnSpPr>
          <p:nvPr/>
        </p:nvCxnSpPr>
        <p:spPr>
          <a:xfrm flipH="1" flipV="1">
            <a:off x="5105399" y="5126791"/>
            <a:ext cx="3702424" cy="32597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1"/>
            <a:endCxn id="25" idx="3"/>
          </p:cNvCxnSpPr>
          <p:nvPr/>
        </p:nvCxnSpPr>
        <p:spPr>
          <a:xfrm flipH="1" flipV="1">
            <a:off x="5105400" y="4323127"/>
            <a:ext cx="3702423" cy="11296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9" idx="1"/>
            <a:endCxn id="27" idx="3"/>
          </p:cNvCxnSpPr>
          <p:nvPr/>
        </p:nvCxnSpPr>
        <p:spPr>
          <a:xfrm flipH="1">
            <a:off x="5105399" y="4320978"/>
            <a:ext cx="3684495" cy="805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9" idx="1"/>
            <a:endCxn id="25" idx="3"/>
          </p:cNvCxnSpPr>
          <p:nvPr/>
        </p:nvCxnSpPr>
        <p:spPr>
          <a:xfrm flipH="1">
            <a:off x="5105400" y="4320978"/>
            <a:ext cx="3684494" cy="214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1"/>
          </p:cNvCxnSpPr>
          <p:nvPr/>
        </p:nvCxnSpPr>
        <p:spPr>
          <a:xfrm flipH="1">
            <a:off x="5105399" y="3189189"/>
            <a:ext cx="3684495" cy="11317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1" idx="1"/>
            <a:endCxn id="3" idx="3"/>
          </p:cNvCxnSpPr>
          <p:nvPr/>
        </p:nvCxnSpPr>
        <p:spPr>
          <a:xfrm flipH="1" flipV="1">
            <a:off x="5105399" y="1916319"/>
            <a:ext cx="3657601" cy="1410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1"/>
            <a:endCxn id="21" idx="3"/>
          </p:cNvCxnSpPr>
          <p:nvPr/>
        </p:nvCxnSpPr>
        <p:spPr>
          <a:xfrm flipH="1">
            <a:off x="5105399" y="2057400"/>
            <a:ext cx="3657601" cy="68642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1" idx="1"/>
            <a:endCxn id="23" idx="3"/>
          </p:cNvCxnSpPr>
          <p:nvPr/>
        </p:nvCxnSpPr>
        <p:spPr>
          <a:xfrm flipH="1">
            <a:off x="5105400" y="2057400"/>
            <a:ext cx="3657600" cy="15381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42557" y="1654709"/>
            <a:ext cx="4062842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@/security/index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42556" y="2482213"/>
            <a:ext cx="406284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@/security/unauthorized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42557" y="3333971"/>
            <a:ext cx="406284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FF"/>
                </a:solidFill>
              </a:rPr>
              <a:t>@/security/form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2557" y="4061517"/>
            <a:ext cx="4062843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@/security/authenticated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42557" y="4865181"/>
            <a:ext cx="4062842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@/security/for-user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42557" y="5648980"/>
            <a:ext cx="4062842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@/security/for-admin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16200000">
            <a:off x="5025485" y="3376815"/>
            <a:ext cx="38443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Authorizing?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1584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242389281"/>
              </p:ext>
            </p:extLst>
          </p:nvPr>
        </p:nvGraphicFramePr>
        <p:xfrm>
          <a:off x="609600" y="829733"/>
          <a:ext cx="10972800" cy="3513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HttpSecurity</a:t>
            </a:r>
            <a:r>
              <a:rPr lang="en-US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- </a:t>
            </a:r>
            <a:r>
              <a:rPr lang="en-US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Authorizing</a:t>
            </a:r>
            <a:endParaRPr lang="en-US" dirty="0"/>
          </a:p>
        </p:txBody>
      </p:sp>
      <p:sp>
        <p:nvSpPr>
          <p:cNvPr id="5" name="Folded Corner 4"/>
          <p:cNvSpPr/>
          <p:nvPr/>
        </p:nvSpPr>
        <p:spPr>
          <a:xfrm>
            <a:off x="533400" y="4419600"/>
            <a:ext cx="2667000" cy="2057400"/>
          </a:xfrm>
          <a:prstGeom prst="foldedCorner">
            <a:avLst>
              <a:gd name="adj" fmla="val 99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 err="1"/>
              <a:t>hasRole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hasAnyRole</a:t>
            </a:r>
            <a:r>
              <a:rPr lang="en-US" sz="2400" dirty="0"/>
              <a:t>()</a:t>
            </a:r>
          </a:p>
          <a:p>
            <a:r>
              <a:rPr lang="en-US" sz="2400" dirty="0"/>
              <a:t>authenticated()</a:t>
            </a:r>
          </a:p>
          <a:p>
            <a:r>
              <a:rPr lang="en-US" sz="2400" dirty="0" err="1"/>
              <a:t>permitAll</a:t>
            </a:r>
            <a:r>
              <a:rPr lang="en-US" sz="2400" dirty="0"/>
              <a:t>()</a:t>
            </a:r>
          </a:p>
        </p:txBody>
      </p:sp>
      <p:sp>
        <p:nvSpPr>
          <p:cNvPr id="6" name="Folded Corner 5"/>
          <p:cNvSpPr/>
          <p:nvPr/>
        </p:nvSpPr>
        <p:spPr>
          <a:xfrm>
            <a:off x="3352800" y="4419600"/>
            <a:ext cx="2667000" cy="2057400"/>
          </a:xfrm>
          <a:prstGeom prst="foldedCorner">
            <a:avLst>
              <a:gd name="adj" fmla="val 99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 err="1"/>
              <a:t>hasRole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hasAnyRole</a:t>
            </a:r>
            <a:r>
              <a:rPr lang="en-US" sz="2400" dirty="0"/>
              <a:t>()</a:t>
            </a:r>
          </a:p>
          <a:p>
            <a:r>
              <a:rPr lang="en-US" sz="2400" dirty="0" err="1" smtClean="0"/>
              <a:t>isAuthenticated</a:t>
            </a:r>
            <a:r>
              <a:rPr lang="en-US" sz="2400" dirty="0" smtClean="0"/>
              <a:t>()</a:t>
            </a:r>
            <a:endParaRPr lang="en-US" sz="2400" dirty="0"/>
          </a:p>
        </p:txBody>
      </p:sp>
      <p:sp>
        <p:nvSpPr>
          <p:cNvPr id="7" name="Folded Corner 6"/>
          <p:cNvSpPr/>
          <p:nvPr/>
        </p:nvSpPr>
        <p:spPr>
          <a:xfrm>
            <a:off x="6172200" y="4419600"/>
            <a:ext cx="2667000" cy="2057400"/>
          </a:xfrm>
          <a:prstGeom prst="foldedCorner">
            <a:avLst>
              <a:gd name="adj" fmla="val 99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 smtClean="0"/>
              <a:t>Authentication</a:t>
            </a:r>
          </a:p>
          <a:p>
            <a:r>
              <a:rPr lang="en-US" sz="2400" dirty="0" err="1" smtClean="0"/>
              <a:t>HttpServletRequest</a:t>
            </a:r>
            <a:endParaRPr lang="en-US" sz="2400" dirty="0"/>
          </a:p>
        </p:txBody>
      </p:sp>
      <p:sp>
        <p:nvSpPr>
          <p:cNvPr id="8" name="Folded Corner 7"/>
          <p:cNvSpPr/>
          <p:nvPr/>
        </p:nvSpPr>
        <p:spPr>
          <a:xfrm>
            <a:off x="8991600" y="4419600"/>
            <a:ext cx="2667000" cy="2057400"/>
          </a:xfrm>
          <a:prstGeom prst="foldedCorner">
            <a:avLst>
              <a:gd name="adj" fmla="val 99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 err="1"/>
              <a:t>hasRole</a:t>
            </a:r>
            <a:r>
              <a:rPr lang="en-US" sz="2400" dirty="0"/>
              <a:t>()</a:t>
            </a:r>
          </a:p>
          <a:p>
            <a:r>
              <a:rPr lang="en-US" sz="2400" dirty="0" err="1"/>
              <a:t>hasAnyRole</a:t>
            </a:r>
            <a:r>
              <a:rPr lang="en-US" sz="2400" dirty="0"/>
              <a:t>()</a:t>
            </a:r>
          </a:p>
          <a:p>
            <a:r>
              <a:rPr lang="en-US" sz="2400" dirty="0" err="1" smtClean="0"/>
              <a:t>isAuthenticated</a:t>
            </a:r>
            <a:r>
              <a:rPr lang="en-US" sz="2400" dirty="0" smtClean="0"/>
              <a:t>()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2316440" y="6010979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URL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9349" y="6010978"/>
            <a:ext cx="688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URL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0446" y="6010977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Code Fragment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53600" y="6010976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UI Fragment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014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990600"/>
            <a:ext cx="10972800" cy="30663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Authorizing with configuration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4419600"/>
            <a:ext cx="5791199" cy="22098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1" cap="sm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b="1" cap="small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US" b="1" cap="sm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small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US" b="1" cap="sm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URLs</a:t>
            </a:r>
          </a:p>
          <a:p>
            <a:pPr lvl="1"/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antMatchers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(String…</a:t>
            </a: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urlPatterns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anyRequest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400800" y="4419600"/>
            <a:ext cx="5181600" cy="22098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cap="sm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cap="small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US" b="1" cap="small" dirty="0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b="1" cap="small" dirty="0" err="1" smtClean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quyền</a:t>
            </a:r>
            <a:endParaRPr lang="en-US" b="1" cap="small" dirty="0" smtClean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b="1" i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hasRole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(String role)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hasAnyRole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(String…roles)</a:t>
            </a:r>
          </a:p>
          <a:p>
            <a:pPr lvl="1"/>
            <a:r>
              <a:rPr lang="en-US" b="1" i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permitAll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</a:p>
          <a:p>
            <a:pPr lvl="1"/>
            <a:r>
              <a:rPr lang="en-US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authenticated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54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76600" y="3240323"/>
            <a:ext cx="49987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@</a:t>
            </a:r>
            <a:r>
              <a:rPr lang="en-US" sz="5400" b="1" cap="none" spc="0" dirty="0" err="1" smtClean="0">
                <a:ln/>
                <a:solidFill>
                  <a:schemeClr val="accent3"/>
                </a:solidFill>
                <a:effectLst/>
              </a:rPr>
              <a:t>PreAuthorize</a:t>
            </a:r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()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2.1. Authorizing using @</a:t>
            </a:r>
            <a:r>
              <a:rPr lang="en-US" dirty="0" err="1" smtClean="0"/>
              <a:t>PreAuthorize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09600" y="1295400"/>
            <a:ext cx="10972800" cy="1200329"/>
          </a:xfrm>
          <a:prstGeom prst="rect">
            <a:avLst/>
          </a:prstGeom>
          <a:ln w="317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@</a:t>
            </a:r>
            <a:r>
              <a:rPr lang="en-US" sz="4000" dirty="0" err="1" smtClean="0">
                <a:solidFill>
                  <a:srgbClr val="FF0000"/>
                </a:solidFill>
              </a:rPr>
              <a:t>PreAuthorize</a:t>
            </a:r>
            <a:r>
              <a:rPr lang="en-US" sz="4000" i="1" dirty="0" smtClean="0">
                <a:solidFill>
                  <a:srgbClr val="FF0000"/>
                </a:solidFill>
              </a:rPr>
              <a:t>(“</a:t>
            </a:r>
            <a:r>
              <a:rPr lang="en-US" sz="4000" b="1" i="1" dirty="0" err="1" smtClean="0">
                <a:solidFill>
                  <a:srgbClr val="FF0000"/>
                </a:solidFill>
              </a:rPr>
              <a:t>isAuthenticated</a:t>
            </a:r>
            <a:r>
              <a:rPr lang="en-US" sz="4000" b="1" i="1" dirty="0" smtClean="0">
                <a:solidFill>
                  <a:srgbClr val="FF0000"/>
                </a:solidFill>
              </a:rPr>
              <a:t>()</a:t>
            </a:r>
            <a:r>
              <a:rPr lang="en-US" sz="4000" i="1" dirty="0" smtClean="0">
                <a:solidFill>
                  <a:srgbClr val="FF0000"/>
                </a:solidFill>
              </a:rPr>
              <a:t>”)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@</a:t>
            </a:r>
            <a:r>
              <a:rPr lang="en-US" sz="3200" dirty="0" err="1" smtClean="0">
                <a:solidFill>
                  <a:srgbClr val="0000FF"/>
                </a:solidFill>
              </a:rPr>
              <a:t>RequestMapping</a:t>
            </a:r>
            <a:r>
              <a:rPr lang="en-US" sz="3200" dirty="0" smtClean="0">
                <a:solidFill>
                  <a:srgbClr val="0000FF"/>
                </a:solidFill>
              </a:rPr>
              <a:t>(“/security/authenticated”)</a:t>
            </a:r>
            <a:endParaRPr lang="en-US" sz="3200" dirty="0">
              <a:solidFill>
                <a:srgbClr val="0000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9598" y="3124200"/>
            <a:ext cx="10972802" cy="1200329"/>
          </a:xfrm>
          <a:prstGeom prst="rect">
            <a:avLst/>
          </a:prstGeom>
          <a:ln w="317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@</a:t>
            </a:r>
            <a:r>
              <a:rPr lang="en-US" sz="4000" dirty="0" err="1" smtClean="0">
                <a:solidFill>
                  <a:srgbClr val="FF0000"/>
                </a:solidFill>
              </a:rPr>
              <a:t>PreAuthorize</a:t>
            </a:r>
            <a:r>
              <a:rPr lang="en-US" sz="4000" i="1" dirty="0">
                <a:solidFill>
                  <a:srgbClr val="FF0000"/>
                </a:solidFill>
              </a:rPr>
              <a:t>(“</a:t>
            </a:r>
            <a:r>
              <a:rPr lang="en-US" sz="4000" b="1" i="1" dirty="0" err="1">
                <a:solidFill>
                  <a:srgbClr val="FF0000"/>
                </a:solidFill>
              </a:rPr>
              <a:t>hasAnyRole</a:t>
            </a:r>
            <a:r>
              <a:rPr lang="en-US" sz="4000" b="1" i="1" dirty="0">
                <a:solidFill>
                  <a:srgbClr val="FF0000"/>
                </a:solidFill>
              </a:rPr>
              <a:t>(‘</a:t>
            </a:r>
            <a:r>
              <a:rPr lang="en-US" sz="4000" b="1" i="1" dirty="0">
                <a:solidFill>
                  <a:srgbClr val="00B050"/>
                </a:solidFill>
              </a:rPr>
              <a:t>ADMIN’, ‘USER’</a:t>
            </a:r>
            <a:r>
              <a:rPr lang="en-US" sz="4000" b="1" i="1" dirty="0">
                <a:solidFill>
                  <a:srgbClr val="FF0000"/>
                </a:solidFill>
              </a:rPr>
              <a:t>)</a:t>
            </a:r>
            <a:r>
              <a:rPr lang="en-US" sz="4000" i="1" dirty="0">
                <a:solidFill>
                  <a:srgbClr val="FF0000"/>
                </a:solidFill>
              </a:rPr>
              <a:t>”)</a:t>
            </a:r>
          </a:p>
          <a:p>
            <a:r>
              <a:rPr lang="en-US" sz="3200" dirty="0">
                <a:solidFill>
                  <a:srgbClr val="0000FF"/>
                </a:solidFill>
              </a:rPr>
              <a:t>@</a:t>
            </a:r>
            <a:r>
              <a:rPr lang="en-US" sz="3200" dirty="0" err="1">
                <a:solidFill>
                  <a:srgbClr val="0000FF"/>
                </a:solidFill>
              </a:rPr>
              <a:t>RequestMapping</a:t>
            </a:r>
            <a:r>
              <a:rPr lang="en-US" sz="3200" dirty="0" smtClean="0">
                <a:solidFill>
                  <a:srgbClr val="0000FF"/>
                </a:solidFill>
              </a:rPr>
              <a:t>(“/security/for-user</a:t>
            </a:r>
            <a:r>
              <a:rPr lang="en-US" sz="3200" dirty="0">
                <a:solidFill>
                  <a:srgbClr val="0000FF"/>
                </a:solidFill>
              </a:rPr>
              <a:t> 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598" y="4953000"/>
            <a:ext cx="10972801" cy="1200329"/>
          </a:xfrm>
          <a:prstGeom prst="rect">
            <a:avLst/>
          </a:prstGeom>
          <a:ln w="3175"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@</a:t>
            </a:r>
            <a:r>
              <a:rPr lang="en-US" sz="4000" dirty="0" err="1">
                <a:solidFill>
                  <a:srgbClr val="FF0000"/>
                </a:solidFill>
              </a:rPr>
              <a:t>PreAuthorize</a:t>
            </a:r>
            <a:r>
              <a:rPr lang="en-US" sz="4000" i="1" dirty="0">
                <a:solidFill>
                  <a:srgbClr val="FF0000"/>
                </a:solidFill>
              </a:rPr>
              <a:t>(“</a:t>
            </a:r>
            <a:r>
              <a:rPr lang="en-US" sz="4000" b="1" i="1" dirty="0" err="1">
                <a:solidFill>
                  <a:srgbClr val="FF0000"/>
                </a:solidFill>
              </a:rPr>
              <a:t>hasRole</a:t>
            </a:r>
            <a:r>
              <a:rPr lang="en-US" sz="4000" b="1" i="1" dirty="0">
                <a:solidFill>
                  <a:srgbClr val="FF0000"/>
                </a:solidFill>
              </a:rPr>
              <a:t>(‘</a:t>
            </a:r>
            <a:r>
              <a:rPr lang="en-US" sz="4000" b="1" i="1" dirty="0">
                <a:solidFill>
                  <a:srgbClr val="00B050"/>
                </a:solidFill>
              </a:rPr>
              <a:t>ADMIN’</a:t>
            </a:r>
            <a:r>
              <a:rPr lang="en-US" sz="4000" b="1" i="1" dirty="0">
                <a:solidFill>
                  <a:srgbClr val="FF0000"/>
                </a:solidFill>
              </a:rPr>
              <a:t>)</a:t>
            </a:r>
            <a:r>
              <a:rPr lang="en-US" sz="4000" i="1" dirty="0">
                <a:solidFill>
                  <a:srgbClr val="FF0000"/>
                </a:solidFill>
              </a:rPr>
              <a:t>”)</a:t>
            </a:r>
          </a:p>
          <a:p>
            <a:r>
              <a:rPr lang="en-US" sz="3200" dirty="0">
                <a:solidFill>
                  <a:srgbClr val="0000FF"/>
                </a:solidFill>
              </a:rPr>
              <a:t>@</a:t>
            </a:r>
            <a:r>
              <a:rPr lang="en-US" sz="3200" dirty="0" err="1">
                <a:solidFill>
                  <a:srgbClr val="0000FF"/>
                </a:solidFill>
              </a:rPr>
              <a:t>RequestMapping</a:t>
            </a:r>
            <a:r>
              <a:rPr lang="en-US" sz="3200" dirty="0" smtClean="0">
                <a:solidFill>
                  <a:srgbClr val="0000FF"/>
                </a:solidFill>
              </a:rPr>
              <a:t>(“/security/for-admin</a:t>
            </a:r>
            <a:r>
              <a:rPr lang="en-US" sz="3200" dirty="0">
                <a:solidFill>
                  <a:srgbClr val="0000FF"/>
                </a:solidFill>
              </a:rPr>
              <a:t> ”)</a:t>
            </a:r>
          </a:p>
        </p:txBody>
      </p:sp>
    </p:spTree>
    <p:extLst>
      <p:ext uri="{BB962C8B-B14F-4D97-AF65-F5344CB8AC3E}">
        <p14:creationId xmlns:p14="http://schemas.microsoft.com/office/powerpoint/2010/main" val="294735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5" grpId="0" animBg="1"/>
      <p:bldP spid="27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2.2. </a:t>
            </a:r>
            <a:r>
              <a:rPr lang="en-US" dirty="0"/>
              <a:t>Authorizing using @</a:t>
            </a:r>
            <a:r>
              <a:rPr lang="en-US" dirty="0" err="1"/>
              <a:t>PreAuthorize</a:t>
            </a:r>
            <a:r>
              <a:rPr lang="en-US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9982200" cy="5557657"/>
          </a:xfrm>
          <a:prstGeom prst="rect">
            <a:avLst/>
          </a:prstGeom>
        </p:spPr>
      </p:pic>
      <p:sp>
        <p:nvSpPr>
          <p:cNvPr id="4" name="Line Callout 1 3"/>
          <p:cNvSpPr/>
          <p:nvPr/>
        </p:nvSpPr>
        <p:spPr>
          <a:xfrm>
            <a:off x="6781800" y="914400"/>
            <a:ext cx="4800600" cy="914400"/>
          </a:xfrm>
          <a:prstGeom prst="borderCallout1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Cho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phép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Annotation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@Controller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Line Callout 1 5"/>
          <p:cNvSpPr/>
          <p:nvPr/>
        </p:nvSpPr>
        <p:spPr>
          <a:xfrm>
            <a:off x="6781800" y="5105400"/>
            <a:ext cx="4800600" cy="990600"/>
          </a:xfrm>
          <a:prstGeom prst="borderCallout1">
            <a:avLst>
              <a:gd name="adj1" fmla="val 18750"/>
              <a:gd name="adj2" fmla="val -8333"/>
              <a:gd name="adj3" fmla="val -22269"/>
              <a:gd name="adj4" fmla="val -2271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cần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mật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ở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đây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8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94167" y="2497016"/>
            <a:ext cx="5232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Programmatically</a:t>
            </a:r>
            <a:endParaRPr lang="en-US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Authorizing by Programming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33281"/>
            <a:ext cx="9829800" cy="4920343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29200" y="4191000"/>
            <a:ext cx="6553200" cy="2514600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Authentication API</a:t>
            </a:r>
          </a:p>
          <a:p>
            <a:pPr lvl="1"/>
            <a:r>
              <a:rPr lang="en-US" i="1" dirty="0" err="1">
                <a:solidFill>
                  <a:srgbClr val="0000FF"/>
                </a:solidFill>
              </a:rPr>
              <a:t>isAuthenticated</a:t>
            </a:r>
            <a:r>
              <a:rPr lang="en-US" dirty="0"/>
              <a:t>(): Boolean</a:t>
            </a:r>
          </a:p>
          <a:p>
            <a:pPr lvl="1"/>
            <a:r>
              <a:rPr lang="en-US" i="1" dirty="0" err="1">
                <a:solidFill>
                  <a:srgbClr val="0000FF"/>
                </a:solidFill>
              </a:rPr>
              <a:t>getName</a:t>
            </a:r>
            <a:r>
              <a:rPr lang="en-US" dirty="0"/>
              <a:t>(): String</a:t>
            </a:r>
          </a:p>
          <a:p>
            <a:pPr lvl="1"/>
            <a:r>
              <a:rPr lang="en-US" i="1" dirty="0" err="1">
                <a:solidFill>
                  <a:srgbClr val="0000FF"/>
                </a:solidFill>
              </a:rPr>
              <a:t>getAuthorities</a:t>
            </a:r>
            <a:r>
              <a:rPr lang="en-US" dirty="0"/>
              <a:t>(): List&lt;</a:t>
            </a:r>
            <a:r>
              <a:rPr lang="en-US" dirty="0" err="1"/>
              <a:t>GrantedAuthority</a:t>
            </a:r>
            <a:r>
              <a:rPr lang="en-US" dirty="0"/>
              <a:t>&gt;</a:t>
            </a:r>
          </a:p>
          <a:p>
            <a:pPr lvl="1"/>
            <a:r>
              <a:rPr lang="en-US" b="1" i="1" dirty="0" err="1">
                <a:solidFill>
                  <a:srgbClr val="0000FF"/>
                </a:solidFill>
              </a:rPr>
              <a:t>getPrincipal</a:t>
            </a:r>
            <a:r>
              <a:rPr lang="en-US" dirty="0"/>
              <a:t>(): </a:t>
            </a:r>
            <a:r>
              <a:rPr lang="en-US" b="1" dirty="0" err="1"/>
              <a:t>UserDetails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7075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57298" y="2497016"/>
            <a:ext cx="3905813" cy="22775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/>
                <a:solidFill>
                  <a:schemeClr val="accent3"/>
                </a:solidFill>
                <a:effectLst/>
              </a:rPr>
              <a:t>Thymeleaf</a:t>
            </a:r>
            <a:endParaRPr lang="en-US" sz="5400" b="1" cap="none" spc="0" dirty="0" smtClean="0">
              <a:ln/>
              <a:solidFill>
                <a:schemeClr val="accent3"/>
              </a:solidFill>
              <a:effectLst/>
            </a:endParaRPr>
          </a:p>
          <a:p>
            <a:pPr algn="ctr"/>
            <a:r>
              <a:rPr lang="en-US" sz="4400" b="1" dirty="0" smtClean="0">
                <a:ln/>
                <a:solidFill>
                  <a:srgbClr val="FF0000"/>
                </a:solidFill>
              </a:rPr>
              <a:t>#authentication</a:t>
            </a:r>
          </a:p>
          <a:p>
            <a:pPr algn="ctr"/>
            <a:r>
              <a:rPr lang="en-US" sz="4400" b="1" cap="none" spc="0" dirty="0" smtClean="0">
                <a:ln/>
                <a:solidFill>
                  <a:srgbClr val="FF0000"/>
                </a:solidFill>
                <a:effectLst/>
              </a:rPr>
              <a:t>#request</a:t>
            </a:r>
            <a:endParaRPr lang="en-US" sz="4400" b="1" cap="none" spc="0" dirty="0">
              <a:ln/>
              <a:solidFill>
                <a:srgbClr val="FF0000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/>
              <a:t>Authorizing </a:t>
            </a:r>
            <a:r>
              <a:rPr lang="en-US" dirty="0" smtClean="0"/>
              <a:t>with </a:t>
            </a:r>
            <a:r>
              <a:rPr lang="en-US" dirty="0" err="1" smtClean="0"/>
              <a:t>Thymeleaf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038224"/>
            <a:ext cx="111347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7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58546" y="2497016"/>
            <a:ext cx="5103320" cy="22775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/>
                <a:solidFill>
                  <a:schemeClr val="accent3"/>
                </a:solidFill>
                <a:effectLst/>
              </a:rPr>
              <a:t>Thymeleaf</a:t>
            </a:r>
            <a:r>
              <a:rPr lang="en-US" sz="5400" b="1" cap="none" spc="0" dirty="0" smtClean="0">
                <a:ln/>
                <a:solidFill>
                  <a:schemeClr val="accent3"/>
                </a:solidFill>
                <a:effectLst/>
              </a:rPr>
              <a:t> Extras</a:t>
            </a:r>
          </a:p>
          <a:p>
            <a:pPr algn="ctr"/>
            <a:r>
              <a:rPr lang="en-US" sz="4400" b="1" dirty="0" err="1" smtClean="0">
                <a:ln/>
                <a:solidFill>
                  <a:srgbClr val="FF0000"/>
                </a:solidFill>
              </a:rPr>
              <a:t>sec:authentication</a:t>
            </a:r>
            <a:endParaRPr lang="en-US" sz="4400" b="1" dirty="0" smtClean="0">
              <a:ln/>
              <a:solidFill>
                <a:srgbClr val="FF0000"/>
              </a:solidFill>
            </a:endParaRPr>
          </a:p>
          <a:p>
            <a:pPr algn="ctr"/>
            <a:r>
              <a:rPr lang="en-US" sz="4400" b="1" dirty="0" err="1" smtClean="0">
                <a:ln/>
                <a:solidFill>
                  <a:srgbClr val="FF0000"/>
                </a:solidFill>
              </a:rPr>
              <a:t>sec:authorize</a:t>
            </a:r>
            <a:endParaRPr lang="en-US" sz="4400" b="1" dirty="0">
              <a:ln/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/>
              <a:t>Authorizing with </a:t>
            </a:r>
            <a:r>
              <a:rPr lang="en-US" dirty="0" err="1" smtClean="0"/>
              <a:t>thymeleaf</a:t>
            </a:r>
            <a:r>
              <a:rPr lang="en-US" dirty="0" smtClean="0"/>
              <a:t>-extras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303662"/>
            <a:ext cx="6934200" cy="14019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8578"/>
            <a:ext cx="8362950" cy="42195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5303662"/>
            <a:ext cx="10972800" cy="14019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00" y="952997"/>
            <a:ext cx="10972800" cy="422860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4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238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44420"/>
            <a:ext cx="7585826" cy="601357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þ"/>
            </a:pPr>
            <a:r>
              <a:rPr lang="en-US" dirty="0" smtClean="0"/>
              <a:t>Web Security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XSS, CORS, CSRF, Authorization, Authentication</a:t>
            </a:r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Spring Security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AuthenticationManagerBuilder</a:t>
            </a:r>
            <a:endParaRPr lang="en-US" dirty="0" smtClean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Authorizing</a:t>
            </a:r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Customizing Login UI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HttpBasic</a:t>
            </a:r>
            <a:r>
              <a:rPr lang="en-US" dirty="0" smtClean="0"/>
              <a:t>, HTML Form</a:t>
            </a:r>
          </a:p>
          <a:p>
            <a:pPr>
              <a:buFont typeface="Wingdings" pitchFamily="2" charset="2"/>
              <a:buChar char="þ"/>
            </a:pPr>
            <a:r>
              <a:rPr lang="en-US" dirty="0" smtClean="0"/>
              <a:t>Authorizing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Configuration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@</a:t>
            </a:r>
            <a:r>
              <a:rPr lang="en-US" dirty="0" err="1" smtClean="0"/>
              <a:t>PreAuthorize</a:t>
            </a:r>
            <a:endParaRPr lang="en-US" dirty="0" smtClean="0"/>
          </a:p>
          <a:p>
            <a:pPr lvl="1">
              <a:buFont typeface="Wingdings" pitchFamily="2" charset="2"/>
              <a:buChar char="þ"/>
            </a:pPr>
            <a:r>
              <a:rPr lang="en-US" dirty="0" smtClean="0"/>
              <a:t>Programming</a:t>
            </a:r>
          </a:p>
          <a:p>
            <a:pPr lvl="1">
              <a:buFont typeface="Wingdings" pitchFamily="2" charset="2"/>
              <a:buChar char="þ"/>
            </a:pPr>
            <a:r>
              <a:rPr lang="en-US" dirty="0" err="1" smtClean="0"/>
              <a:t>Thymeleaf</a:t>
            </a:r>
            <a:r>
              <a:rPr lang="en-US" dirty="0" smtClean="0"/>
              <a:t> </a:t>
            </a:r>
            <a:r>
              <a:rPr lang="en-US" dirty="0" smtClean="0"/>
              <a:t>Security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/>
          </p:cNvPicPr>
          <p:nvPr>
            <p:custDataLst>
              <p:tags r:id="rId1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0861"/>
          <a:stretch/>
        </p:blipFill>
        <p:spPr bwMode="auto">
          <a:xfrm>
            <a:off x="0" y="0"/>
            <a:ext cx="2853507" cy="6845300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>
            <p:custDataLst>
              <p:tags r:id="rId2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2787345" y="12700"/>
            <a:ext cx="9404656" cy="68326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75344" y="4724400"/>
            <a:ext cx="4506456" cy="223937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182880" rtlCol="0" anchor="ctr"/>
          <a:lstStyle/>
          <a:p>
            <a:pPr algn="ctr"/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   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Cảm</a:t>
            </a:r>
            <a:r>
              <a:rPr lang="en-US" sz="5400" b="1" spc="-2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5400" b="1" spc="-20" dirty="0" err="1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ơn</a:t>
            </a:r>
            <a:endParaRPr lang="en-US" sz="5400" b="1" spc="-20" dirty="0">
              <a:solidFill>
                <a:srgbClr val="FF5A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066800" y="2542160"/>
            <a:ext cx="3327030" cy="4371824"/>
            <a:chOff x="-2798010" y="2616804"/>
            <a:chExt cx="2238173" cy="4371824"/>
          </a:xfrm>
        </p:grpSpPr>
        <p:sp>
          <p:nvSpPr>
            <p:cNvPr id="16" name="Freeform 15"/>
            <p:cNvSpPr/>
            <p:nvPr/>
          </p:nvSpPr>
          <p:spPr>
            <a:xfrm>
              <a:off x="-2468880" y="3032760"/>
              <a:ext cx="1737360" cy="1935480"/>
            </a:xfrm>
            <a:custGeom>
              <a:avLst/>
              <a:gdLst>
                <a:gd name="connsiteX0" fmla="*/ 0 w 1737360"/>
                <a:gd name="connsiteY0" fmla="*/ 0 h 1935480"/>
                <a:gd name="connsiteX1" fmla="*/ 228600 w 1737360"/>
                <a:gd name="connsiteY1" fmla="*/ 1158240 h 1935480"/>
                <a:gd name="connsiteX2" fmla="*/ 701040 w 1737360"/>
                <a:gd name="connsiteY2" fmla="*/ 1524000 h 1935480"/>
                <a:gd name="connsiteX3" fmla="*/ 1432560 w 1737360"/>
                <a:gd name="connsiteY3" fmla="*/ 1935480 h 1935480"/>
                <a:gd name="connsiteX4" fmla="*/ 1737360 w 1737360"/>
                <a:gd name="connsiteY4" fmla="*/ 1844040 h 1935480"/>
                <a:gd name="connsiteX5" fmla="*/ 1706880 w 1737360"/>
                <a:gd name="connsiteY5" fmla="*/ 1676400 h 1935480"/>
                <a:gd name="connsiteX6" fmla="*/ 1706880 w 1737360"/>
                <a:gd name="connsiteY6" fmla="*/ 1234440 h 1935480"/>
                <a:gd name="connsiteX7" fmla="*/ 1493520 w 1737360"/>
                <a:gd name="connsiteY7" fmla="*/ 899160 h 1935480"/>
                <a:gd name="connsiteX8" fmla="*/ 1036320 w 1737360"/>
                <a:gd name="connsiteY8" fmla="*/ 701040 h 1935480"/>
                <a:gd name="connsiteX9" fmla="*/ 350520 w 1737360"/>
                <a:gd name="connsiteY9" fmla="*/ 259080 h 1935480"/>
                <a:gd name="connsiteX10" fmla="*/ 0 w 1737360"/>
                <a:gd name="connsiteY10" fmla="*/ 0 h 1935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37360" h="1935480">
                  <a:moveTo>
                    <a:pt x="0" y="0"/>
                  </a:moveTo>
                  <a:lnTo>
                    <a:pt x="228600" y="1158240"/>
                  </a:lnTo>
                  <a:lnTo>
                    <a:pt x="701040" y="1524000"/>
                  </a:lnTo>
                  <a:lnTo>
                    <a:pt x="1432560" y="1935480"/>
                  </a:lnTo>
                  <a:lnTo>
                    <a:pt x="1737360" y="1844040"/>
                  </a:lnTo>
                  <a:lnTo>
                    <a:pt x="1706880" y="1676400"/>
                  </a:lnTo>
                  <a:lnTo>
                    <a:pt x="1706880" y="1234440"/>
                  </a:lnTo>
                  <a:lnTo>
                    <a:pt x="1493520" y="899160"/>
                  </a:lnTo>
                  <a:lnTo>
                    <a:pt x="1036320" y="701040"/>
                  </a:lnTo>
                  <a:lnTo>
                    <a:pt x="350520" y="259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rtlCol="0" anchor="ctr">
              <a:noAutofit/>
            </a:bodyPr>
            <a:lstStyle/>
            <a:p>
              <a:pPr algn="just">
                <a:lnSpc>
                  <a:spcPct val="120000"/>
                </a:lnSpc>
                <a:spcBef>
                  <a:spcPts val="600"/>
                </a:spcBef>
              </a:pPr>
              <a:endParaRPr lang="vi-VN" sz="2400" b="1"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-2798010" y="2616804"/>
              <a:ext cx="2238173" cy="4371824"/>
              <a:chOff x="100462" y="2616804"/>
              <a:chExt cx="2238173" cy="4371824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00462" y="2616804"/>
                <a:ext cx="2238173" cy="3972506"/>
                <a:chOff x="-84753" y="2896722"/>
                <a:chExt cx="2238173" cy="3972506"/>
              </a:xfrm>
            </p:grpSpPr>
            <p:sp>
              <p:nvSpPr>
                <p:cNvPr id="20" name="Freeform 19"/>
                <p:cNvSpPr/>
                <p:nvPr/>
              </p:nvSpPr>
              <p:spPr>
                <a:xfrm>
                  <a:off x="196771" y="3252486"/>
                  <a:ext cx="114172" cy="1400537"/>
                </a:xfrm>
                <a:custGeom>
                  <a:avLst/>
                  <a:gdLst>
                    <a:gd name="connsiteX0" fmla="*/ 0 w 57873"/>
                    <a:gd name="connsiteY0" fmla="*/ 0 h 1400537"/>
                    <a:gd name="connsiteX1" fmla="*/ 57873 w 57873"/>
                    <a:gd name="connsiteY1" fmla="*/ 1400537 h 1400537"/>
                    <a:gd name="connsiteX2" fmla="*/ 57873 w 57873"/>
                    <a:gd name="connsiteY2" fmla="*/ 1400537 h 1400537"/>
                    <a:gd name="connsiteX3" fmla="*/ 46298 w 57873"/>
                    <a:gd name="connsiteY3" fmla="*/ 57873 h 1400537"/>
                    <a:gd name="connsiteX4" fmla="*/ 0 w 57873"/>
                    <a:gd name="connsiteY4" fmla="*/ 0 h 1400537"/>
                    <a:gd name="connsiteX0" fmla="*/ 0 w 83739"/>
                    <a:gd name="connsiteY0" fmla="*/ 0 h 1400537"/>
                    <a:gd name="connsiteX1" fmla="*/ 57873 w 83739"/>
                    <a:gd name="connsiteY1" fmla="*/ 1400537 h 1400537"/>
                    <a:gd name="connsiteX2" fmla="*/ 57873 w 83739"/>
                    <a:gd name="connsiteY2" fmla="*/ 1400537 h 1400537"/>
                    <a:gd name="connsiteX3" fmla="*/ 83646 w 83739"/>
                    <a:gd name="connsiteY3" fmla="*/ 1142730 h 1400537"/>
                    <a:gd name="connsiteX4" fmla="*/ 46298 w 83739"/>
                    <a:gd name="connsiteY4" fmla="*/ 57873 h 1400537"/>
                    <a:gd name="connsiteX5" fmla="*/ 0 w 83739"/>
                    <a:gd name="connsiteY5" fmla="*/ 0 h 1400537"/>
                    <a:gd name="connsiteX0" fmla="*/ 0 w 114172"/>
                    <a:gd name="connsiteY0" fmla="*/ 0 h 1400537"/>
                    <a:gd name="connsiteX1" fmla="*/ 57873 w 114172"/>
                    <a:gd name="connsiteY1" fmla="*/ 1400537 h 1400537"/>
                    <a:gd name="connsiteX2" fmla="*/ 57873 w 114172"/>
                    <a:gd name="connsiteY2" fmla="*/ 1400537 h 1400537"/>
                    <a:gd name="connsiteX3" fmla="*/ 114126 w 114172"/>
                    <a:gd name="connsiteY3" fmla="*/ 1136634 h 1400537"/>
                    <a:gd name="connsiteX4" fmla="*/ 46298 w 114172"/>
                    <a:gd name="connsiteY4" fmla="*/ 57873 h 1400537"/>
                    <a:gd name="connsiteX5" fmla="*/ 0 w 114172"/>
                    <a:gd name="connsiteY5" fmla="*/ 0 h 140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172" h="1400537">
                      <a:moveTo>
                        <a:pt x="0" y="0"/>
                      </a:moveTo>
                      <a:lnTo>
                        <a:pt x="57873" y="1400537"/>
                      </a:lnTo>
                      <a:lnTo>
                        <a:pt x="57873" y="1400537"/>
                      </a:lnTo>
                      <a:cubicBezTo>
                        <a:pt x="57089" y="1327089"/>
                        <a:pt x="116055" y="1360411"/>
                        <a:pt x="114126" y="1136634"/>
                      </a:cubicBezTo>
                      <a:cubicBezTo>
                        <a:pt x="112197" y="912857"/>
                        <a:pt x="55159" y="217848"/>
                        <a:pt x="46298" y="57873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 anchor="ctr">
                  <a:noAutofit/>
                </a:bodyPr>
                <a:lstStyle/>
                <a:p>
                  <a:pPr algn="just">
                    <a:lnSpc>
                      <a:spcPct val="120000"/>
                    </a:lnSpc>
                    <a:spcBef>
                      <a:spcPts val="600"/>
                    </a:spcBef>
                  </a:pPr>
                  <a:endParaRPr lang="vi-VN" sz="2400" b="1"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  <p:pic>
              <p:nvPicPr>
                <p:cNvPr id="21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backgroundRemoval t="1966" b="96151" l="24898" r="76658">
                              <a14:foregroundMark x1="30139" y1="9337" x2="46274" y2="16216"/>
                              <a14:foregroundMark x1="46274" y1="17609" x2="54464" y2="23014"/>
                              <a14:foregroundMark x1="56921" y1="29894" x2="69533" y2="34316"/>
                              <a14:foregroundMark x1="69861" y1="35627" x2="69533" y2="63554"/>
                              <a14:foregroundMark x1="68223" y1="62735" x2="70352" y2="43325"/>
                              <a14:foregroundMark x1="71171" y1="38084" x2="71990" y2="51515"/>
                              <a14:foregroundMark x1="66830" y1="41360" x2="67649" y2="52334"/>
                              <a14:foregroundMark x1="68468" y1="43571" x2="48485" y2="34562"/>
                              <a14:foregroundMark x1="69533" y1="48239" x2="62408" y2="37592"/>
                              <a14:foregroundMark x1="63554" y1="38657" x2="66257" y2="47174"/>
                              <a14:foregroundMark x1="53153" y1="19492" x2="54464" y2="23014"/>
                              <a14:foregroundMark x1="27109" y1="8272" x2="29566" y2="50942"/>
                              <a14:foregroundMark x1="31777" y1="40868" x2="30631" y2="20066"/>
                              <a14:foregroundMark x1="28174" y1="8845" x2="29566" y2="42506"/>
                              <a14:foregroundMark x1="36691" y1="46847" x2="42424" y2="48485"/>
                              <a14:foregroundMark x1="45455" y1="56429" x2="46519" y2="60033"/>
                              <a14:foregroundMark x1="49877" y1="44144" x2="58886" y2="65766"/>
                              <a14:foregroundMark x1="44799" y1="56429" x2="44881" y2="52252"/>
                              <a14:foregroundMark x1="64046" y1="38903" x2="62326" y2="45127"/>
                              <a14:foregroundMark x1="65684" y1="38002" x2="63964" y2="43735"/>
                              <a14:foregroundMark x1="62981" y1="38084" x2="63554" y2="41687"/>
                              <a14:foregroundMark x1="64619" y1="37838" x2="62162" y2="40295"/>
                              <a14:foregroundMark x1="64373" y1="38084" x2="65192" y2="44554"/>
                              <a14:foregroundMark x1="62735" y1="38903" x2="66257" y2="41360"/>
                              <a14:foregroundMark x1="66011" y1="45373" x2="69124" y2="50696"/>
                              <a14:foregroundMark x1="67813" y1="44963" x2="69042" y2="50123"/>
                              <a14:foregroundMark x1="69042" y1="44554" x2="69533" y2="50041"/>
                              <a14:foregroundMark x1="69451" y1="44308" x2="69861" y2="50041"/>
                              <a14:foregroundMark x1="69861" y1="45946" x2="69943" y2="51843"/>
                              <a14:foregroundMark x1="69697" y1="45536" x2="69861" y2="51515"/>
                              <a14:foregroundMark x1="69861" y1="46192" x2="70516" y2="49877"/>
                              <a14:foregroundMark x1="71499" y1="51351" x2="66011" y2="47830"/>
                              <a14:foregroundMark x1="64865" y1="38657" x2="62408" y2="41360"/>
                              <a14:foregroundMark x1="61753" y1="38247" x2="64373" y2="41933"/>
                              <a14:foregroundMark x1="59951" y1="38411" x2="66011" y2="41278"/>
                              <a14:foregroundMark x1="65684" y1="37265" x2="63964" y2="41360"/>
                              <a14:foregroundMark x1="59541" y1="37428" x2="61179" y2="42506"/>
                              <a14:foregroundMark x1="61753" y1="38411" x2="64373" y2="43489"/>
                              <a14:foregroundMark x1="62735" y1="39230" x2="62981" y2="41933"/>
                              <a14:foregroundMark x1="61507" y1="37674" x2="62817" y2="43735"/>
                              <a14:foregroundMark x1="61998" y1="38084" x2="63145" y2="42097"/>
                              <a14:foregroundMark x1="61589" y1="38247" x2="63145" y2="42670"/>
                              <a14:foregroundMark x1="62408" y1="37428" x2="64046" y2="42916"/>
                              <a14:foregroundMark x1="62981" y1="37674" x2="65029" y2="43489"/>
                              <a14:foregroundMark x1="63145" y1="35790" x2="66093" y2="44144"/>
                              <a14:foregroundMark x1="64455" y1="37265" x2="66257" y2="45536"/>
                              <a14:foregroundMark x1="64373" y1="37838" x2="67240" y2="43079"/>
                              <a14:foregroundMark x1="62981" y1="38411" x2="62817" y2="43079"/>
                              <a14:foregroundMark x1="62817" y1="42097" x2="65192" y2="45536"/>
                              <a14:foregroundMark x1="28501" y1="26454" x2="29566" y2="42752"/>
                              <a14:foregroundMark x1="26863" y1="5815" x2="33170" y2="93939"/>
                              <a14:foregroundMark x1="27355" y1="4996" x2="27109" y2="8026"/>
                              <a14:foregroundMark x1="61916" y1="36773" x2="66749" y2="41769"/>
                              <a14:foregroundMark x1="65192" y1="34889" x2="67322" y2="46192"/>
                              <a14:foregroundMark x1="68468" y1="41032" x2="69206" y2="52334"/>
                              <a14:foregroundMark x1="70762" y1="46028" x2="70188" y2="51761"/>
                              <a14:foregroundMark x1="71335" y1="47174" x2="69042" y2="52170"/>
                              <a14:foregroundMark x1="71744" y1="51188" x2="65438" y2="48157"/>
                              <a14:foregroundMark x1="67158" y1="47748" x2="70188" y2="49877"/>
                              <a14:foregroundMark x1="71581" y1="52334" x2="62326" y2="36036"/>
                              <a14:foregroundMark x1="62572" y1="35299" x2="66339" y2="40049"/>
                              <a14:foregroundMark x1="64455" y1="35053" x2="65602" y2="41196"/>
                              <a14:foregroundMark x1="64619" y1="35872" x2="66175" y2="45045"/>
                              <a14:foregroundMark x1="62899" y1="38329" x2="65192" y2="44636"/>
                              <a14:foregroundMark x1="63145" y1="37183" x2="65029" y2="44308"/>
                              <a14:foregroundMark x1="62162" y1="37183" x2="67158" y2="46765"/>
                              <a14:foregroundMark x1="63309" y1="35463" x2="68059" y2="52334"/>
                              <a14:foregroundMark x1="65192" y1="40868" x2="70434" y2="50450"/>
                              <a14:foregroundMark x1="68059" y1="41769" x2="69451" y2="50205"/>
                              <a14:foregroundMark x1="67158" y1="41605" x2="68468" y2="52744"/>
                              <a14:foregroundMark x1="68468" y1="47174" x2="69861" y2="54218"/>
                              <a14:foregroundMark x1="68059" y1="44881" x2="69451" y2="53481"/>
                              <a14:foregroundMark x1="69206" y1="45618" x2="70434" y2="55201"/>
                              <a14:foregroundMark x1="68632" y1="45618" x2="70598" y2="54054"/>
                              <a14:foregroundMark x1="69861" y1="47748" x2="69861" y2="53317"/>
                              <a14:foregroundMark x1="69861" y1="46765" x2="69861" y2="51351"/>
                              <a14:foregroundMark x1="70598" y1="45618" x2="70598" y2="52170"/>
                              <a14:foregroundMark x1="70598" y1="48894" x2="71007" y2="53645"/>
                              <a14:foregroundMark x1="70434" y1="45455" x2="70434" y2="49304"/>
                              <a14:foregroundMark x1="70434" y1="46355" x2="70434" y2="54218"/>
                              <a14:foregroundMark x1="70434" y1="46929" x2="70598" y2="52170"/>
                              <a14:foregroundMark x1="70598" y1="47338" x2="70598" y2="53890"/>
                              <a14:foregroundMark x1="70188" y1="44472" x2="70188" y2="52170"/>
                              <a14:foregroundMark x1="70188" y1="43898" x2="70762" y2="52744"/>
                              <a14:foregroundMark x1="70434" y1="47748" x2="70762" y2="53071"/>
                              <a14:foregroundMark x1="69861" y1="43161" x2="70025" y2="50450"/>
                              <a14:foregroundMark x1="66175" y1="40459" x2="67486" y2="48321"/>
                              <a14:foregroundMark x1="65192" y1="35872" x2="67895" y2="47174"/>
                              <a14:foregroundMark x1="63882" y1="36036" x2="66585" y2="44308"/>
                              <a14:foregroundMark x1="64292" y1="38903" x2="65602" y2="45209"/>
                              <a14:foregroundMark x1="63882" y1="38739" x2="65766" y2="45209"/>
                              <a14:foregroundMark x1="64046" y1="39066" x2="65192" y2="44308"/>
                              <a14:foregroundMark x1="63882" y1="41032" x2="65029" y2="45618"/>
                              <a14:foregroundMark x1="64292" y1="41605" x2="65602" y2="46929"/>
                              <a14:foregroundMark x1="70188" y1="46765" x2="70025" y2="53972"/>
                              <a14:foregroundMark x1="70352" y1="45700" x2="70352" y2="51843"/>
                              <a14:foregroundMark x1="70352" y1="43980" x2="69861" y2="52007"/>
                              <a14:foregroundMark x1="69533" y1="44308" x2="69124" y2="52334"/>
                              <a14:foregroundMark x1="68305" y1="48321" x2="68305" y2="53645"/>
                              <a14:foregroundMark x1="67895" y1="46028" x2="67731" y2="50942"/>
                              <a14:foregroundMark x1="67568" y1="47502" x2="67568" y2="53071"/>
                              <a14:foregroundMark x1="66912" y1="47093" x2="66912" y2="53071"/>
                              <a14:foregroundMark x1="66912" y1="48894" x2="66912" y2="54136"/>
                              <a14:foregroundMark x1="66912" y1="45864" x2="67240" y2="53399"/>
                              <a14:foregroundMark x1="67404" y1="46355" x2="68141" y2="53972"/>
                              <a14:foregroundMark x1="68141" y1="47420" x2="69124" y2="54791"/>
                              <a14:foregroundMark x1="70025" y1="44308" x2="70188" y2="53071"/>
                              <a14:foregroundMark x1="71253" y1="43407" x2="71253" y2="50287"/>
                              <a14:foregroundMark x1="71253" y1="47256" x2="71253" y2="55528"/>
                              <a14:foregroundMark x1="71826" y1="45536" x2="71826" y2="52907"/>
                              <a14:foregroundMark x1="71826" y1="47093" x2="71826" y2="52580"/>
                              <a14:foregroundMark x1="71663" y1="45536" x2="71663" y2="52580"/>
                              <a14:foregroundMark x1="71663" y1="46028" x2="70925" y2="53563"/>
                              <a14:foregroundMark x1="70925" y1="46765" x2="70925" y2="52907"/>
                              <a14:foregroundMark x1="70925" y1="43898" x2="70598" y2="53235"/>
                              <a14:foregroundMark x1="70598" y1="48321" x2="70352" y2="53071"/>
                              <a14:foregroundMark x1="70188" y1="47256" x2="70352" y2="53972"/>
                              <a14:foregroundMark x1="70352" y1="46601" x2="70352" y2="54136"/>
                              <a14:foregroundMark x1="70352" y1="45700" x2="70352" y2="50614"/>
                              <a14:foregroundMark x1="70352" y1="47093" x2="70352" y2="53071"/>
                              <a14:foregroundMark x1="70352" y1="47502" x2="70188" y2="54300"/>
                              <a14:foregroundMark x1="69369" y1="46028" x2="69206" y2="50614"/>
                              <a14:foregroundMark x1="69206" y1="47666" x2="69206" y2="52416"/>
                              <a14:foregroundMark x1="69206" y1="44963" x2="69206" y2="49713"/>
                              <a14:foregroundMark x1="69206" y1="45536" x2="68960" y2="49959"/>
                              <a14:foregroundMark x1="68960" y1="45209" x2="68305" y2="53563"/>
                              <a14:foregroundMark x1="67731" y1="48731" x2="67731" y2="54464"/>
                              <a14:foregroundMark x1="66912" y1="47093" x2="66912" y2="52334"/>
                              <a14:foregroundMark x1="68059" y1="46192" x2="68468" y2="52334"/>
                              <a14:foregroundMark x1="69369" y1="48321" x2="69861" y2="52580"/>
                              <a14:foregroundMark x1="70598" y1="47256" x2="70925" y2="52907"/>
                              <a14:foregroundMark x1="70925" y1="49386" x2="71417" y2="55528"/>
                              <a14:foregroundMark x1="66667" y1="39885" x2="66667" y2="43079"/>
                              <a14:foregroundMark x1="63882" y1="36364" x2="63882" y2="44144"/>
                              <a14:foregroundMark x1="27518" y1="8108" x2="28583" y2="27518"/>
                              <a14:foregroundMark x1="27846" y1="9091" x2="27928" y2="15889"/>
                              <a14:foregroundMark x1="28256" y1="9091" x2="27928" y2="15233"/>
                              <a14:foregroundMark x1="27928" y1="9582" x2="27928" y2="15315"/>
                              <a14:foregroundMark x1="27518" y1="8518" x2="28583" y2="33743"/>
                              <a14:foregroundMark x1="28010" y1="9500" x2="28256" y2="33170"/>
                              <a14:foregroundMark x1="29238" y1="17199" x2="29238" y2="27027"/>
                              <a14:foregroundMark x1="28829" y1="20147" x2="28665" y2="29484"/>
                              <a14:foregroundMark x1="28665" y1="18509" x2="28665" y2="29975"/>
                              <a14:foregroundMark x1="28419" y1="18591" x2="28337" y2="29730"/>
                              <a14:foregroundMark x1="28256" y1="16462" x2="28256" y2="25471"/>
                              <a14:foregroundMark x1="27437" y1="9173" x2="27437" y2="20147"/>
                              <a14:foregroundMark x1="28010" y1="9337" x2="28337" y2="26454"/>
                              <a14:foregroundMark x1="28665" y1="8681" x2="28665" y2="17690"/>
                              <a14:foregroundMark x1="27928" y1="9582" x2="27928" y2="16871"/>
                              <a14:foregroundMark x1="27928" y1="10074" x2="27928" y2="16380"/>
                              <a14:foregroundMark x1="27928" y1="9910" x2="28092" y2="16953"/>
                              <a14:foregroundMark x1="27518" y1="10319" x2="28993" y2="23260"/>
                              <a14:foregroundMark x1="27764" y1="16462" x2="28092" y2="24652"/>
                              <a14:foregroundMark x1="27928" y1="18755" x2="27928" y2="22113"/>
                              <a14:foregroundMark x1="27682" y1="19165" x2="28010" y2="23915"/>
                              <a14:foregroundMark x1="29238" y1="36773" x2="28911" y2="43571"/>
                              <a14:foregroundMark x1="28829" y1="37183" x2="28829" y2="41769"/>
                              <a14:foregroundMark x1="28501" y1="36691" x2="28665" y2="40704"/>
                              <a14:foregroundMark x1="28665" y1="34562" x2="29566" y2="42015"/>
                              <a14:foregroundMark x1="29566" y1="33415" x2="30221" y2="41114"/>
                              <a14:foregroundMark x1="30221" y1="32187" x2="30631" y2="40459"/>
                              <a14:foregroundMark x1="30631" y1="26699" x2="30631" y2="33989"/>
                              <a14:foregroundMark x1="29484" y1="26699" x2="29484" y2="34808"/>
                              <a14:foregroundMark x1="28993" y1="24980" x2="29075" y2="33088"/>
                              <a14:foregroundMark x1="28501" y1="23833" x2="28501" y2="32596"/>
                              <a14:foregroundMark x1="28501" y1="23260" x2="29075" y2="33661"/>
                              <a14:foregroundMark x1="28419" y1="22932" x2="28419" y2="29975"/>
                              <a14:foregroundMark x1="28419" y1="21048" x2="28665" y2="31695"/>
                              <a14:foregroundMark x1="27928" y1="24161" x2="28419" y2="33907"/>
                              <a14:foregroundMark x1="28419" y1="24324" x2="30303" y2="36937"/>
                              <a14:backgroundMark x1="26044" y1="32596" x2="27764" y2="70844"/>
                              <a14:backgroundMark x1="33661" y1="54300" x2="36118" y2="74283"/>
                              <a14:backgroundMark x1="30958" y1="4423" x2="55610" y2="12940"/>
                              <a14:backgroundMark x1="51515" y1="11548" x2="67322" y2="26044"/>
                              <a14:backgroundMark x1="61916" y1="27191" x2="71744" y2="26618"/>
                              <a14:backgroundMark x1="69533" y1="6388" x2="71744" y2="19247"/>
                              <a14:backgroundMark x1="75020" y1="32924" x2="74201" y2="94267"/>
                              <a14:backgroundMark x1="70925" y1="92056" x2="38575" y2="91237"/>
                              <a14:backgroundMark x1="32023" y1="94758" x2="26044" y2="7699"/>
                              <a14:backgroundMark x1="31450" y1="53972" x2="34480" y2="93694"/>
                              <a14:backgroundMark x1="38575" y1="94758" x2="59132" y2="95086"/>
                              <a14:backgroundMark x1="37265" y1="58067" x2="45209" y2="80835"/>
                              <a14:backgroundMark x1="43243" y1="71007" x2="67649" y2="81081"/>
                              <a14:backgroundMark x1="70106" y1="73464" x2="40213" y2="8468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20048" r="23612"/>
                <a:stretch/>
              </p:blipFill>
              <p:spPr bwMode="auto">
                <a:xfrm>
                  <a:off x="-84753" y="2896722"/>
                  <a:ext cx="2238173" cy="39725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pic>
            <p:nvPicPr>
              <p:cNvPr id="19" name="Picture 3"/>
              <p:cNvPicPr>
                <a:picLocks noChangeAspect="1" noChangeArrowheads="1"/>
              </p:cNvPicPr>
              <p:nvPr/>
            </p:nvPicPr>
            <p:blipFill rotWithShape="1">
              <a:blip r:embed="rId8" cstate="email">
                <a:clrChange>
                  <a:clrFrom>
                    <a:srgbClr val="CBC9CC"/>
                  </a:clrFrom>
                  <a:clrTo>
                    <a:srgbClr val="CBC9C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2439" b="97073" l="9016" r="67213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00462" y="5057191"/>
                <a:ext cx="1150930" cy="19314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44555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XSS_ORIGINAL" val="10,Group 9,646,Slide391"/>
  <p:tag name="PPTXSS_SETTINGS" val="0,0,0,0,0,3,True,True"/>
  <p:tag name="PTXSS_ORIGID" val="1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12496</TotalTime>
  <Words>714</Words>
  <Application>Microsoft Office PowerPoint</Application>
  <PresentationFormat>Widescreen</PresentationFormat>
  <Paragraphs>211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Wingdings</vt:lpstr>
      <vt:lpstr>Custom Design</vt:lpstr>
      <vt:lpstr>Basic Spring Security</vt:lpstr>
      <vt:lpstr>Agenda</vt:lpstr>
      <vt:lpstr>PowerPoint Presentation</vt:lpstr>
      <vt:lpstr>Biểu hiện thường gặp Web Security</vt:lpstr>
      <vt:lpstr>Web Security Concepts</vt:lpstr>
      <vt:lpstr>Spring Security</vt:lpstr>
      <vt:lpstr>PowerPoint Presentation</vt:lpstr>
      <vt:lpstr>Security Case Study</vt:lpstr>
      <vt:lpstr>Security Configuration Structure</vt:lpstr>
      <vt:lpstr>AuthenticationManagerBuilder</vt:lpstr>
      <vt:lpstr>HttpSecurity - Authentication</vt:lpstr>
      <vt:lpstr>PowerPoint Presentation</vt:lpstr>
      <vt:lpstr>Authentication Flow</vt:lpstr>
      <vt:lpstr>Authentication &amp; Authorization</vt:lpstr>
      <vt:lpstr>PowerPoint Presentation</vt:lpstr>
      <vt:lpstr>Login UI</vt:lpstr>
      <vt:lpstr>HttpSecurity - Login &amp; Logoff</vt:lpstr>
      <vt:lpstr>HttpSecurity - Login &amp; Logoff</vt:lpstr>
      <vt:lpstr>PowerPoint Presentation</vt:lpstr>
      <vt:lpstr>Authorization Flowchart</vt:lpstr>
      <vt:lpstr>Authorizing Case Study</vt:lpstr>
      <vt:lpstr>HttpSecurity - Authorizing</vt:lpstr>
      <vt:lpstr>1. Authorizing with configuration</vt:lpstr>
      <vt:lpstr>2.1. Authorizing using @PreAuthorize()</vt:lpstr>
      <vt:lpstr>2.2. Authorizing using @PreAuthorize()</vt:lpstr>
      <vt:lpstr>3. Authorizing by Programming</vt:lpstr>
      <vt:lpstr>4.1. Authorizing with Thymeleaf</vt:lpstr>
      <vt:lpstr>4.2. Authorizing with thymeleaf-extras</vt:lpstr>
      <vt:lpstr>PowerPoint Presentation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1890</cp:revision>
  <dcterms:created xsi:type="dcterms:W3CDTF">2013-04-23T08:05:33Z</dcterms:created>
  <dcterms:modified xsi:type="dcterms:W3CDTF">2021-03-09T05:32:53Z</dcterms:modified>
</cp:coreProperties>
</file>