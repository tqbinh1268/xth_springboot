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49"/>
  </p:notesMasterIdLst>
  <p:sldIdLst>
    <p:sldId id="541" r:id="rId2"/>
    <p:sldId id="735" r:id="rId3"/>
    <p:sldId id="772" r:id="rId4"/>
    <p:sldId id="693" r:id="rId5"/>
    <p:sldId id="727" r:id="rId6"/>
    <p:sldId id="728" r:id="rId7"/>
    <p:sldId id="726" r:id="rId8"/>
    <p:sldId id="730" r:id="rId9"/>
    <p:sldId id="780" r:id="rId10"/>
    <p:sldId id="731" r:id="rId11"/>
    <p:sldId id="732" r:id="rId12"/>
    <p:sldId id="782" r:id="rId13"/>
    <p:sldId id="755" r:id="rId14"/>
    <p:sldId id="754" r:id="rId15"/>
    <p:sldId id="773" r:id="rId16"/>
    <p:sldId id="756" r:id="rId17"/>
    <p:sldId id="751" r:id="rId18"/>
    <p:sldId id="752" r:id="rId19"/>
    <p:sldId id="753" r:id="rId20"/>
    <p:sldId id="744" r:id="rId21"/>
    <p:sldId id="743" r:id="rId22"/>
    <p:sldId id="774" r:id="rId23"/>
    <p:sldId id="757" r:id="rId24"/>
    <p:sldId id="759" r:id="rId25"/>
    <p:sldId id="746" r:id="rId26"/>
    <p:sldId id="747" r:id="rId27"/>
    <p:sldId id="775" r:id="rId28"/>
    <p:sldId id="758" r:id="rId29"/>
    <p:sldId id="760" r:id="rId30"/>
    <p:sldId id="761" r:id="rId31"/>
    <p:sldId id="748" r:id="rId32"/>
    <p:sldId id="776" r:id="rId33"/>
    <p:sldId id="762" r:id="rId34"/>
    <p:sldId id="742" r:id="rId35"/>
    <p:sldId id="749" r:id="rId36"/>
    <p:sldId id="777" r:id="rId37"/>
    <p:sldId id="766" r:id="rId38"/>
    <p:sldId id="767" r:id="rId39"/>
    <p:sldId id="764" r:id="rId40"/>
    <p:sldId id="771" r:id="rId41"/>
    <p:sldId id="778" r:id="rId42"/>
    <p:sldId id="768" r:id="rId43"/>
    <p:sldId id="769" r:id="rId44"/>
    <p:sldId id="770" r:id="rId45"/>
    <p:sldId id="779" r:id="rId46"/>
    <p:sldId id="781" r:id="rId47"/>
    <p:sldId id="62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FF9900"/>
    <a:srgbClr val="4F81BD"/>
    <a:srgbClr val="F2F2F2"/>
    <a:srgbClr val="F9F9F9"/>
    <a:srgbClr val="FF5A33"/>
    <a:srgbClr val="5C0000"/>
    <a:srgbClr val="FFD1D1"/>
    <a:srgbClr val="FF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82206" autoAdjust="0"/>
  </p:normalViewPr>
  <p:slideViewPr>
    <p:cSldViewPr>
      <p:cViewPr varScale="1">
        <p:scale>
          <a:sx n="67" d="100"/>
          <a:sy n="67" d="100"/>
        </p:scale>
        <p:origin x="84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B819-52DA-49C3-A43B-E9B25D00089E}" type="doc">
      <dgm:prSet loTypeId="urn:microsoft.com/office/officeart/2005/8/layout/chevron2" loCatId="list" qsTypeId="urn:microsoft.com/office/officeart/2005/8/quickstyle/3d1" qsCatId="3D" csTypeId="urn:microsoft.com/office/officeart/2005/8/colors/colorful2" csCatId="colorful" phldr="1"/>
      <dgm:spPr>
        <a:scene3d>
          <a:camera prst="perspectiveRelaxedModerately"/>
          <a:lightRig rig="threePt" dir="t"/>
        </a:scene3d>
      </dgm:spPr>
      <dgm:t>
        <a:bodyPr/>
        <a:lstStyle/>
        <a:p>
          <a:endParaRPr lang="en-US"/>
        </a:p>
      </dgm:t>
    </dgm:pt>
    <dgm:pt modelId="{408E9CFE-02C4-4E9F-A2FF-1832087557B0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DC1BC18E-999D-4194-801D-C051843625EF}" type="parTrans" cxnId="{72A7D383-D838-4A55-8688-AE3DB17EAA0F}">
      <dgm:prSet/>
      <dgm:spPr/>
      <dgm:t>
        <a:bodyPr/>
        <a:lstStyle/>
        <a:p>
          <a:endParaRPr lang="en-US"/>
        </a:p>
      </dgm:t>
    </dgm:pt>
    <dgm:pt modelId="{665F8B6B-8366-46BB-8E4E-2855AC696B9E}" type="sibTrans" cxnId="{72A7D383-D838-4A55-8688-AE3DB17EAA0F}">
      <dgm:prSet/>
      <dgm:spPr/>
      <dgm:t>
        <a:bodyPr/>
        <a:lstStyle/>
        <a:p>
          <a:endParaRPr lang="en-US"/>
        </a:p>
      </dgm:t>
    </dgm:pt>
    <dgm:pt modelId="{A30DAD7D-C49C-4C5E-A8A1-DA128DC886C7}">
      <dgm:prSet phldrT="[Text]"/>
      <dgm:spPr/>
      <dgm:t>
        <a:bodyPr/>
        <a:lstStyle/>
        <a:p>
          <a:r>
            <a:rPr lang="en-US" dirty="0" smtClean="0"/>
            <a:t>Shopping Cart Analysis</a:t>
          </a:r>
          <a:endParaRPr lang="en-US" dirty="0"/>
        </a:p>
      </dgm:t>
    </dgm:pt>
    <dgm:pt modelId="{0128638A-2A69-4341-A161-FAC4266E9A24}" type="parTrans" cxnId="{3AD6192D-87DF-4F01-A299-3FEA7FA623CC}">
      <dgm:prSet/>
      <dgm:spPr/>
      <dgm:t>
        <a:bodyPr/>
        <a:lstStyle/>
        <a:p>
          <a:endParaRPr lang="en-US"/>
        </a:p>
      </dgm:t>
    </dgm:pt>
    <dgm:pt modelId="{C367E65A-5FF9-4A80-A6B4-F7C93E9EB39F}" type="sibTrans" cxnId="{3AD6192D-87DF-4F01-A299-3FEA7FA623CC}">
      <dgm:prSet/>
      <dgm:spPr/>
      <dgm:t>
        <a:bodyPr/>
        <a:lstStyle/>
        <a:p>
          <a:endParaRPr lang="en-US"/>
        </a:p>
      </dgm:t>
    </dgm:pt>
    <dgm:pt modelId="{E72B5A35-49AE-455A-B0CA-2B75F41AB8A2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51549DE7-10B6-4D0F-9C50-EBE1D7D45838}" type="parTrans" cxnId="{C16B8C54-D9EF-4CA2-A47B-3194667A8601}">
      <dgm:prSet/>
      <dgm:spPr/>
      <dgm:t>
        <a:bodyPr/>
        <a:lstStyle/>
        <a:p>
          <a:endParaRPr lang="en-US"/>
        </a:p>
      </dgm:t>
    </dgm:pt>
    <dgm:pt modelId="{653F5C4B-6CEF-4518-83E3-4363B54DA6BA}" type="sibTrans" cxnId="{C16B8C54-D9EF-4CA2-A47B-3194667A8601}">
      <dgm:prSet/>
      <dgm:spPr/>
      <dgm:t>
        <a:bodyPr/>
        <a:lstStyle/>
        <a:p>
          <a:endParaRPr lang="en-US"/>
        </a:p>
      </dgm:t>
    </dgm:pt>
    <dgm:pt modelId="{DB211840-668E-460E-BFA7-431C971B8159}">
      <dgm:prSet phldrT="[Text]"/>
      <dgm:spPr/>
      <dgm:t>
        <a:bodyPr/>
        <a:lstStyle/>
        <a:p>
          <a:r>
            <a:rPr lang="en-US" dirty="0" smtClean="0"/>
            <a:t>Technology Architecture Model</a:t>
          </a:r>
          <a:endParaRPr lang="en-US" dirty="0"/>
        </a:p>
      </dgm:t>
    </dgm:pt>
    <dgm:pt modelId="{DAC12827-DA93-476C-8CF9-78E03E2BD90D}" type="parTrans" cxnId="{1E7C29C8-62FF-4DE9-AA3C-087210EB6293}">
      <dgm:prSet/>
      <dgm:spPr/>
      <dgm:t>
        <a:bodyPr/>
        <a:lstStyle/>
        <a:p>
          <a:endParaRPr lang="en-US"/>
        </a:p>
      </dgm:t>
    </dgm:pt>
    <dgm:pt modelId="{E3B14B82-95A9-4C26-8B55-DA9CE8370440}" type="sibTrans" cxnId="{1E7C29C8-62FF-4DE9-AA3C-087210EB6293}">
      <dgm:prSet/>
      <dgm:spPr/>
      <dgm:t>
        <a:bodyPr/>
        <a:lstStyle/>
        <a:p>
          <a:endParaRPr lang="en-US"/>
        </a:p>
      </dgm:t>
    </dgm:pt>
    <dgm:pt modelId="{1D6CE654-7E9A-4F8A-8346-1B218CDF9A38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BD800127-2EA3-4A1C-8575-2D23D65948E3}" type="parTrans" cxnId="{8B2443B3-EFD2-44C5-B411-0FFA18E8FD17}">
      <dgm:prSet/>
      <dgm:spPr/>
      <dgm:t>
        <a:bodyPr/>
        <a:lstStyle/>
        <a:p>
          <a:endParaRPr lang="en-US"/>
        </a:p>
      </dgm:t>
    </dgm:pt>
    <dgm:pt modelId="{5EFAE3F4-CDB5-46D5-A27D-CED0F817BE06}" type="sibTrans" cxnId="{8B2443B3-EFD2-44C5-B411-0FFA18E8FD17}">
      <dgm:prSet/>
      <dgm:spPr/>
      <dgm:t>
        <a:bodyPr/>
        <a:lstStyle/>
        <a:p>
          <a:endParaRPr lang="en-US"/>
        </a:p>
      </dgm:t>
    </dgm:pt>
    <dgm:pt modelId="{365D9C18-3252-4712-AF69-8F13E0D2E873}">
      <dgm:prSet phldrT="[Text]"/>
      <dgm:spPr/>
      <dgm:t>
        <a:bodyPr/>
        <a:lstStyle/>
        <a:p>
          <a:r>
            <a:rPr lang="en-US" dirty="0" smtClean="0"/>
            <a:t>Project Organization</a:t>
          </a:r>
          <a:endParaRPr lang="en-US" dirty="0"/>
        </a:p>
      </dgm:t>
    </dgm:pt>
    <dgm:pt modelId="{5E7F8396-ADAC-4EAC-9D30-CA34A5AC8F3E}" type="parTrans" cxnId="{9A578391-AC7E-4F75-9513-C98C81380334}">
      <dgm:prSet/>
      <dgm:spPr/>
      <dgm:t>
        <a:bodyPr/>
        <a:lstStyle/>
        <a:p>
          <a:endParaRPr lang="en-US"/>
        </a:p>
      </dgm:t>
    </dgm:pt>
    <dgm:pt modelId="{481AFB91-FC28-4337-A904-578FE069C549}" type="sibTrans" cxnId="{9A578391-AC7E-4F75-9513-C98C81380334}">
      <dgm:prSet/>
      <dgm:spPr/>
      <dgm:t>
        <a:bodyPr/>
        <a:lstStyle/>
        <a:p>
          <a:endParaRPr lang="en-US"/>
        </a:p>
      </dgm:t>
    </dgm:pt>
    <dgm:pt modelId="{5858A6AD-2B6B-4D8A-A8DB-EDE42B989381}">
      <dgm:prSet phldrT="[Text]"/>
      <dgm:spPr/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CAD16F72-180F-4173-88DB-C50ADEED36E9}" type="parTrans" cxnId="{89FB3D4D-DDD4-404C-BF52-449357153186}">
      <dgm:prSet/>
      <dgm:spPr/>
      <dgm:t>
        <a:bodyPr/>
        <a:lstStyle/>
        <a:p>
          <a:endParaRPr lang="en-US"/>
        </a:p>
      </dgm:t>
    </dgm:pt>
    <dgm:pt modelId="{5E11F4F4-7BE7-4B75-A66A-55ACFD16746E}" type="sibTrans" cxnId="{89FB3D4D-DDD4-404C-BF52-449357153186}">
      <dgm:prSet/>
      <dgm:spPr/>
      <dgm:t>
        <a:bodyPr/>
        <a:lstStyle/>
        <a:p>
          <a:endParaRPr lang="en-US"/>
        </a:p>
      </dgm:t>
    </dgm:pt>
    <dgm:pt modelId="{969F9CBC-8F6C-438A-BA69-B73DFBFC561B}">
      <dgm:prSet phldrT="[Text]"/>
      <dgm:spPr/>
      <dgm:t>
        <a:bodyPr/>
        <a:lstStyle/>
        <a:p>
          <a:r>
            <a:rPr lang="en-US" dirty="0" smtClean="0"/>
            <a:t>Shopping Cart Implementation</a:t>
          </a:r>
          <a:endParaRPr lang="en-US" dirty="0"/>
        </a:p>
      </dgm:t>
    </dgm:pt>
    <dgm:pt modelId="{7E95651F-3077-498D-9F19-6CDED191EEA7}" type="parTrans" cxnId="{EE3269A9-E428-43E3-8FDC-BDADAB37C167}">
      <dgm:prSet/>
      <dgm:spPr/>
      <dgm:t>
        <a:bodyPr/>
        <a:lstStyle/>
        <a:p>
          <a:endParaRPr lang="en-US"/>
        </a:p>
      </dgm:t>
    </dgm:pt>
    <dgm:pt modelId="{9E9B2B71-7D16-40A0-90F1-FB4FA7E402EF}" type="sibTrans" cxnId="{EE3269A9-E428-43E3-8FDC-BDADAB37C167}">
      <dgm:prSet/>
      <dgm:spPr/>
      <dgm:t>
        <a:bodyPr/>
        <a:lstStyle/>
        <a:p>
          <a:endParaRPr lang="en-US"/>
        </a:p>
      </dgm:t>
    </dgm:pt>
    <dgm:pt modelId="{E38FF905-4EDF-42FB-98FD-4C0E042A561E}">
      <dgm:prSet phldrT="[Text]"/>
      <dgm:spPr/>
      <dgm:t>
        <a:bodyPr/>
        <a:lstStyle/>
        <a:p>
          <a:r>
            <a:rPr lang="en-US" dirty="0" smtClean="0"/>
            <a:t>5</a:t>
          </a:r>
          <a:endParaRPr lang="en-US" dirty="0"/>
        </a:p>
      </dgm:t>
    </dgm:pt>
    <dgm:pt modelId="{08275537-265C-4E95-90F2-7E9C4C6DB7E9}" type="parTrans" cxnId="{6F28FDBA-42F2-43C9-B5D1-28B6C420F7BF}">
      <dgm:prSet/>
      <dgm:spPr/>
      <dgm:t>
        <a:bodyPr/>
        <a:lstStyle/>
        <a:p>
          <a:endParaRPr lang="en-US"/>
        </a:p>
      </dgm:t>
    </dgm:pt>
    <dgm:pt modelId="{569AA289-94F5-4880-B2F8-8C16F055E1ED}" type="sibTrans" cxnId="{6F28FDBA-42F2-43C9-B5D1-28B6C420F7BF}">
      <dgm:prSet/>
      <dgm:spPr/>
      <dgm:t>
        <a:bodyPr/>
        <a:lstStyle/>
        <a:p>
          <a:endParaRPr lang="en-US"/>
        </a:p>
      </dgm:t>
    </dgm:pt>
    <dgm:pt modelId="{B41F09D8-9BF6-4F61-9584-4F5571E4C7F9}">
      <dgm:prSet phldrT="[Text]"/>
      <dgm:spPr/>
      <dgm:t>
        <a:bodyPr/>
        <a:lstStyle/>
        <a:p>
          <a:r>
            <a:rPr lang="en-US" dirty="0" smtClean="0"/>
            <a:t>REST &amp; SPA – Admin Tool</a:t>
          </a:r>
          <a:endParaRPr lang="en-US" dirty="0"/>
        </a:p>
      </dgm:t>
    </dgm:pt>
    <dgm:pt modelId="{D0F4900B-BD15-465C-B2DF-0E30E88FB19A}" type="parTrans" cxnId="{F010D982-3E06-468D-A70C-28D977618B53}">
      <dgm:prSet/>
      <dgm:spPr/>
      <dgm:t>
        <a:bodyPr/>
        <a:lstStyle/>
        <a:p>
          <a:endParaRPr lang="en-US"/>
        </a:p>
      </dgm:t>
    </dgm:pt>
    <dgm:pt modelId="{894B52F0-8458-48CF-946D-768C3032E4F9}" type="sibTrans" cxnId="{F010D982-3E06-468D-A70C-28D977618B53}">
      <dgm:prSet/>
      <dgm:spPr/>
      <dgm:t>
        <a:bodyPr/>
        <a:lstStyle/>
        <a:p>
          <a:endParaRPr lang="en-US"/>
        </a:p>
      </dgm:t>
    </dgm:pt>
    <dgm:pt modelId="{8178D5E9-81A5-4F57-A9E9-B5F004A13590}" type="pres">
      <dgm:prSet presAssocID="{1B2CB819-52DA-49C3-A43B-E9B25D00089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BB5AA0-3907-440B-B9D9-EDA105F8E0E4}" type="pres">
      <dgm:prSet presAssocID="{408E9CFE-02C4-4E9F-A2FF-1832087557B0}" presName="composite" presStyleCnt="0"/>
      <dgm:spPr/>
    </dgm:pt>
    <dgm:pt modelId="{DEBC3C83-F447-452B-8B12-5512938C0067}" type="pres">
      <dgm:prSet presAssocID="{408E9CFE-02C4-4E9F-A2FF-1832087557B0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A6DBFE-A69D-4B2C-B316-36FFCBB21C93}" type="pres">
      <dgm:prSet presAssocID="{408E9CFE-02C4-4E9F-A2FF-1832087557B0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397A43-92A7-400C-9BCB-C8452A925896}" type="pres">
      <dgm:prSet presAssocID="{665F8B6B-8366-46BB-8E4E-2855AC696B9E}" presName="sp" presStyleCnt="0"/>
      <dgm:spPr/>
    </dgm:pt>
    <dgm:pt modelId="{E86D8275-9A6E-4409-AE55-B2799CDEC400}" type="pres">
      <dgm:prSet presAssocID="{E72B5A35-49AE-455A-B0CA-2B75F41AB8A2}" presName="composite" presStyleCnt="0"/>
      <dgm:spPr/>
    </dgm:pt>
    <dgm:pt modelId="{CC5BD74F-4AEF-4CF1-97B3-5250CA436957}" type="pres">
      <dgm:prSet presAssocID="{E72B5A35-49AE-455A-B0CA-2B75F41AB8A2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9E5729-E37D-4A01-93E6-8ADE010AC066}" type="pres">
      <dgm:prSet presAssocID="{E72B5A35-49AE-455A-B0CA-2B75F41AB8A2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DD5D77-6663-4BE0-8C65-7932315A8902}" type="pres">
      <dgm:prSet presAssocID="{653F5C4B-6CEF-4518-83E3-4363B54DA6BA}" presName="sp" presStyleCnt="0"/>
      <dgm:spPr/>
    </dgm:pt>
    <dgm:pt modelId="{4365B587-16A4-442E-A74B-4654766A3806}" type="pres">
      <dgm:prSet presAssocID="{1D6CE654-7E9A-4F8A-8346-1B218CDF9A38}" presName="composite" presStyleCnt="0"/>
      <dgm:spPr/>
    </dgm:pt>
    <dgm:pt modelId="{71E19903-77A4-42B0-8998-7ECD2D37C210}" type="pres">
      <dgm:prSet presAssocID="{1D6CE654-7E9A-4F8A-8346-1B218CDF9A38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B2F285-34C2-47A6-90CD-CA0A88A045EB}" type="pres">
      <dgm:prSet presAssocID="{1D6CE654-7E9A-4F8A-8346-1B218CDF9A38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26741D-11A4-4443-B223-6663BCED19AF}" type="pres">
      <dgm:prSet presAssocID="{5EFAE3F4-CDB5-46D5-A27D-CED0F817BE06}" presName="sp" presStyleCnt="0"/>
      <dgm:spPr/>
    </dgm:pt>
    <dgm:pt modelId="{234A9F66-D2FB-4043-B4AB-243247C3CB37}" type="pres">
      <dgm:prSet presAssocID="{5858A6AD-2B6B-4D8A-A8DB-EDE42B989381}" presName="composite" presStyleCnt="0"/>
      <dgm:spPr/>
    </dgm:pt>
    <dgm:pt modelId="{717EB261-218B-47A6-90CC-70FAA61E64F3}" type="pres">
      <dgm:prSet presAssocID="{5858A6AD-2B6B-4D8A-A8DB-EDE42B989381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CB9ED-ABEA-4E81-88E7-3D96408077BF}" type="pres">
      <dgm:prSet presAssocID="{5858A6AD-2B6B-4D8A-A8DB-EDE42B989381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B4EDF-3CF8-49DD-BBE6-5A26E839A4AF}" type="pres">
      <dgm:prSet presAssocID="{5E11F4F4-7BE7-4B75-A66A-55ACFD16746E}" presName="sp" presStyleCnt="0"/>
      <dgm:spPr/>
    </dgm:pt>
    <dgm:pt modelId="{739B9F3C-D78E-454D-B66F-80BFF324EDA0}" type="pres">
      <dgm:prSet presAssocID="{E38FF905-4EDF-42FB-98FD-4C0E042A561E}" presName="composite" presStyleCnt="0"/>
      <dgm:spPr/>
    </dgm:pt>
    <dgm:pt modelId="{5FA0B8C2-5C5C-4677-9FAE-97C9E5879C0F}" type="pres">
      <dgm:prSet presAssocID="{E38FF905-4EDF-42FB-98FD-4C0E042A561E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136130-2FCD-4F4E-8233-BC321DDF2834}" type="pres">
      <dgm:prSet presAssocID="{E38FF905-4EDF-42FB-98FD-4C0E042A561E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D6192D-87DF-4F01-A299-3FEA7FA623CC}" srcId="{408E9CFE-02C4-4E9F-A2FF-1832087557B0}" destId="{A30DAD7D-C49C-4C5E-A8A1-DA128DC886C7}" srcOrd="0" destOrd="0" parTransId="{0128638A-2A69-4341-A161-FAC4266E9A24}" sibTransId="{C367E65A-5FF9-4A80-A6B4-F7C93E9EB39F}"/>
    <dgm:cxn modelId="{8D915273-1418-443D-A283-EEBC310E8471}" type="presOf" srcId="{A30DAD7D-C49C-4C5E-A8A1-DA128DC886C7}" destId="{0CA6DBFE-A69D-4B2C-B316-36FFCBB21C93}" srcOrd="0" destOrd="0" presId="urn:microsoft.com/office/officeart/2005/8/layout/chevron2"/>
    <dgm:cxn modelId="{03DD840B-4AE6-45EB-B7E0-5E5CEE9780CB}" type="presOf" srcId="{1B2CB819-52DA-49C3-A43B-E9B25D00089E}" destId="{8178D5E9-81A5-4F57-A9E9-B5F004A13590}" srcOrd="0" destOrd="0" presId="urn:microsoft.com/office/officeart/2005/8/layout/chevron2"/>
    <dgm:cxn modelId="{6EAC26BE-F845-456C-BECD-A980116EEB0A}" type="presOf" srcId="{5858A6AD-2B6B-4D8A-A8DB-EDE42B989381}" destId="{717EB261-218B-47A6-90CC-70FAA61E64F3}" srcOrd="0" destOrd="0" presId="urn:microsoft.com/office/officeart/2005/8/layout/chevron2"/>
    <dgm:cxn modelId="{CB3B40C1-B805-45EB-93F7-132204D7BACF}" type="presOf" srcId="{365D9C18-3252-4712-AF69-8F13E0D2E873}" destId="{8DB2F285-34C2-47A6-90CD-CA0A88A045EB}" srcOrd="0" destOrd="0" presId="urn:microsoft.com/office/officeart/2005/8/layout/chevron2"/>
    <dgm:cxn modelId="{050508DD-EEA9-43DC-946B-CF4E80DD3A1B}" type="presOf" srcId="{1D6CE654-7E9A-4F8A-8346-1B218CDF9A38}" destId="{71E19903-77A4-42B0-8998-7ECD2D37C210}" srcOrd="0" destOrd="0" presId="urn:microsoft.com/office/officeart/2005/8/layout/chevron2"/>
    <dgm:cxn modelId="{EE3269A9-E428-43E3-8FDC-BDADAB37C167}" srcId="{5858A6AD-2B6B-4D8A-A8DB-EDE42B989381}" destId="{969F9CBC-8F6C-438A-BA69-B73DFBFC561B}" srcOrd="0" destOrd="0" parTransId="{7E95651F-3077-498D-9F19-6CDED191EEA7}" sibTransId="{9E9B2B71-7D16-40A0-90F1-FB4FA7E402EF}"/>
    <dgm:cxn modelId="{C16B8C54-D9EF-4CA2-A47B-3194667A8601}" srcId="{1B2CB819-52DA-49C3-A43B-E9B25D00089E}" destId="{E72B5A35-49AE-455A-B0CA-2B75F41AB8A2}" srcOrd="1" destOrd="0" parTransId="{51549DE7-10B6-4D0F-9C50-EBE1D7D45838}" sibTransId="{653F5C4B-6CEF-4518-83E3-4363B54DA6BA}"/>
    <dgm:cxn modelId="{8B2443B3-EFD2-44C5-B411-0FFA18E8FD17}" srcId="{1B2CB819-52DA-49C3-A43B-E9B25D00089E}" destId="{1D6CE654-7E9A-4F8A-8346-1B218CDF9A38}" srcOrd="2" destOrd="0" parTransId="{BD800127-2EA3-4A1C-8575-2D23D65948E3}" sibTransId="{5EFAE3F4-CDB5-46D5-A27D-CED0F817BE06}"/>
    <dgm:cxn modelId="{72A7D383-D838-4A55-8688-AE3DB17EAA0F}" srcId="{1B2CB819-52DA-49C3-A43B-E9B25D00089E}" destId="{408E9CFE-02C4-4E9F-A2FF-1832087557B0}" srcOrd="0" destOrd="0" parTransId="{DC1BC18E-999D-4194-801D-C051843625EF}" sibTransId="{665F8B6B-8366-46BB-8E4E-2855AC696B9E}"/>
    <dgm:cxn modelId="{6F28FDBA-42F2-43C9-B5D1-28B6C420F7BF}" srcId="{1B2CB819-52DA-49C3-A43B-E9B25D00089E}" destId="{E38FF905-4EDF-42FB-98FD-4C0E042A561E}" srcOrd="4" destOrd="0" parTransId="{08275537-265C-4E95-90F2-7E9C4C6DB7E9}" sibTransId="{569AA289-94F5-4880-B2F8-8C16F055E1ED}"/>
    <dgm:cxn modelId="{FCF0272D-344F-432B-94A3-B40F340993D4}" type="presOf" srcId="{969F9CBC-8F6C-438A-BA69-B73DFBFC561B}" destId="{D65CB9ED-ABEA-4E81-88E7-3D96408077BF}" srcOrd="0" destOrd="0" presId="urn:microsoft.com/office/officeart/2005/8/layout/chevron2"/>
    <dgm:cxn modelId="{1E7C29C8-62FF-4DE9-AA3C-087210EB6293}" srcId="{E72B5A35-49AE-455A-B0CA-2B75F41AB8A2}" destId="{DB211840-668E-460E-BFA7-431C971B8159}" srcOrd="0" destOrd="0" parTransId="{DAC12827-DA93-476C-8CF9-78E03E2BD90D}" sibTransId="{E3B14B82-95A9-4C26-8B55-DA9CE8370440}"/>
    <dgm:cxn modelId="{9A578391-AC7E-4F75-9513-C98C81380334}" srcId="{1D6CE654-7E9A-4F8A-8346-1B218CDF9A38}" destId="{365D9C18-3252-4712-AF69-8F13E0D2E873}" srcOrd="0" destOrd="0" parTransId="{5E7F8396-ADAC-4EAC-9D30-CA34A5AC8F3E}" sibTransId="{481AFB91-FC28-4337-A904-578FE069C549}"/>
    <dgm:cxn modelId="{F010D982-3E06-468D-A70C-28D977618B53}" srcId="{E38FF905-4EDF-42FB-98FD-4C0E042A561E}" destId="{B41F09D8-9BF6-4F61-9584-4F5571E4C7F9}" srcOrd="0" destOrd="0" parTransId="{D0F4900B-BD15-465C-B2DF-0E30E88FB19A}" sibTransId="{894B52F0-8458-48CF-946D-768C3032E4F9}"/>
    <dgm:cxn modelId="{89FB3D4D-DDD4-404C-BF52-449357153186}" srcId="{1B2CB819-52DA-49C3-A43B-E9B25D00089E}" destId="{5858A6AD-2B6B-4D8A-A8DB-EDE42B989381}" srcOrd="3" destOrd="0" parTransId="{CAD16F72-180F-4173-88DB-C50ADEED36E9}" sibTransId="{5E11F4F4-7BE7-4B75-A66A-55ACFD16746E}"/>
    <dgm:cxn modelId="{F6552AF2-0A59-4AE8-BEB4-FADE53B1F337}" type="presOf" srcId="{408E9CFE-02C4-4E9F-A2FF-1832087557B0}" destId="{DEBC3C83-F447-452B-8B12-5512938C0067}" srcOrd="0" destOrd="0" presId="urn:microsoft.com/office/officeart/2005/8/layout/chevron2"/>
    <dgm:cxn modelId="{E986AED1-E5D5-4ABF-8C23-783B572C7863}" type="presOf" srcId="{E38FF905-4EDF-42FB-98FD-4C0E042A561E}" destId="{5FA0B8C2-5C5C-4677-9FAE-97C9E5879C0F}" srcOrd="0" destOrd="0" presId="urn:microsoft.com/office/officeart/2005/8/layout/chevron2"/>
    <dgm:cxn modelId="{132B665D-5511-46A8-8FD7-470318FBB09B}" type="presOf" srcId="{DB211840-668E-460E-BFA7-431C971B8159}" destId="{149E5729-E37D-4A01-93E6-8ADE010AC066}" srcOrd="0" destOrd="0" presId="urn:microsoft.com/office/officeart/2005/8/layout/chevron2"/>
    <dgm:cxn modelId="{DF6B9337-0928-4F1D-BABC-5A1C237111B7}" type="presOf" srcId="{B41F09D8-9BF6-4F61-9584-4F5571E4C7F9}" destId="{2B136130-2FCD-4F4E-8233-BC321DDF2834}" srcOrd="0" destOrd="0" presId="urn:microsoft.com/office/officeart/2005/8/layout/chevron2"/>
    <dgm:cxn modelId="{374B37A2-A5D6-4879-9AC3-551398E9E343}" type="presOf" srcId="{E72B5A35-49AE-455A-B0CA-2B75F41AB8A2}" destId="{CC5BD74F-4AEF-4CF1-97B3-5250CA436957}" srcOrd="0" destOrd="0" presId="urn:microsoft.com/office/officeart/2005/8/layout/chevron2"/>
    <dgm:cxn modelId="{0A300EF5-F2C0-452C-9DB4-62E27D590DB0}" type="presParOf" srcId="{8178D5E9-81A5-4F57-A9E9-B5F004A13590}" destId="{9CBB5AA0-3907-440B-B9D9-EDA105F8E0E4}" srcOrd="0" destOrd="0" presId="urn:microsoft.com/office/officeart/2005/8/layout/chevron2"/>
    <dgm:cxn modelId="{6CEF3FDD-A529-44FB-8B78-384082A40869}" type="presParOf" srcId="{9CBB5AA0-3907-440B-B9D9-EDA105F8E0E4}" destId="{DEBC3C83-F447-452B-8B12-5512938C0067}" srcOrd="0" destOrd="0" presId="urn:microsoft.com/office/officeart/2005/8/layout/chevron2"/>
    <dgm:cxn modelId="{09826610-8503-43CB-A232-124B5742903B}" type="presParOf" srcId="{9CBB5AA0-3907-440B-B9D9-EDA105F8E0E4}" destId="{0CA6DBFE-A69D-4B2C-B316-36FFCBB21C93}" srcOrd="1" destOrd="0" presId="urn:microsoft.com/office/officeart/2005/8/layout/chevron2"/>
    <dgm:cxn modelId="{F8C1C4A2-6FB1-41DF-99A1-3B4C3F179E55}" type="presParOf" srcId="{8178D5E9-81A5-4F57-A9E9-B5F004A13590}" destId="{07397A43-92A7-400C-9BCB-C8452A925896}" srcOrd="1" destOrd="0" presId="urn:microsoft.com/office/officeart/2005/8/layout/chevron2"/>
    <dgm:cxn modelId="{DFC709F8-3DAB-467E-91FA-5A201AC7C6B3}" type="presParOf" srcId="{8178D5E9-81A5-4F57-A9E9-B5F004A13590}" destId="{E86D8275-9A6E-4409-AE55-B2799CDEC400}" srcOrd="2" destOrd="0" presId="urn:microsoft.com/office/officeart/2005/8/layout/chevron2"/>
    <dgm:cxn modelId="{501CC5C0-EA31-4761-BB5E-EF9A8B98CBE3}" type="presParOf" srcId="{E86D8275-9A6E-4409-AE55-B2799CDEC400}" destId="{CC5BD74F-4AEF-4CF1-97B3-5250CA436957}" srcOrd="0" destOrd="0" presId="urn:microsoft.com/office/officeart/2005/8/layout/chevron2"/>
    <dgm:cxn modelId="{8593D568-3A72-4345-8D1F-12F4A3DAD285}" type="presParOf" srcId="{E86D8275-9A6E-4409-AE55-B2799CDEC400}" destId="{149E5729-E37D-4A01-93E6-8ADE010AC066}" srcOrd="1" destOrd="0" presId="urn:microsoft.com/office/officeart/2005/8/layout/chevron2"/>
    <dgm:cxn modelId="{D430C952-187E-4EB6-8865-06633521CFCC}" type="presParOf" srcId="{8178D5E9-81A5-4F57-A9E9-B5F004A13590}" destId="{A8DD5D77-6663-4BE0-8C65-7932315A8902}" srcOrd="3" destOrd="0" presId="urn:microsoft.com/office/officeart/2005/8/layout/chevron2"/>
    <dgm:cxn modelId="{63B2FD8B-FA2A-460D-B1D5-AAC74889A100}" type="presParOf" srcId="{8178D5E9-81A5-4F57-A9E9-B5F004A13590}" destId="{4365B587-16A4-442E-A74B-4654766A3806}" srcOrd="4" destOrd="0" presId="urn:microsoft.com/office/officeart/2005/8/layout/chevron2"/>
    <dgm:cxn modelId="{4EDDD61F-8663-421C-A318-750A575CC90F}" type="presParOf" srcId="{4365B587-16A4-442E-A74B-4654766A3806}" destId="{71E19903-77A4-42B0-8998-7ECD2D37C210}" srcOrd="0" destOrd="0" presId="urn:microsoft.com/office/officeart/2005/8/layout/chevron2"/>
    <dgm:cxn modelId="{AB041163-A7EA-42C8-9209-4696C622C576}" type="presParOf" srcId="{4365B587-16A4-442E-A74B-4654766A3806}" destId="{8DB2F285-34C2-47A6-90CD-CA0A88A045EB}" srcOrd="1" destOrd="0" presId="urn:microsoft.com/office/officeart/2005/8/layout/chevron2"/>
    <dgm:cxn modelId="{5F1BC77A-A6C4-4D10-AB60-A77695BE8F03}" type="presParOf" srcId="{8178D5E9-81A5-4F57-A9E9-B5F004A13590}" destId="{8326741D-11A4-4443-B223-6663BCED19AF}" srcOrd="5" destOrd="0" presId="urn:microsoft.com/office/officeart/2005/8/layout/chevron2"/>
    <dgm:cxn modelId="{20BB2AB8-C0D9-4DDE-898D-3B67D0890CCF}" type="presParOf" srcId="{8178D5E9-81A5-4F57-A9E9-B5F004A13590}" destId="{234A9F66-D2FB-4043-B4AB-243247C3CB37}" srcOrd="6" destOrd="0" presId="urn:microsoft.com/office/officeart/2005/8/layout/chevron2"/>
    <dgm:cxn modelId="{D9F81D37-53F3-4C2A-BE0B-4995B68F8D5E}" type="presParOf" srcId="{234A9F66-D2FB-4043-B4AB-243247C3CB37}" destId="{717EB261-218B-47A6-90CC-70FAA61E64F3}" srcOrd="0" destOrd="0" presId="urn:microsoft.com/office/officeart/2005/8/layout/chevron2"/>
    <dgm:cxn modelId="{DE656663-5ECB-47BF-9815-09B814754C12}" type="presParOf" srcId="{234A9F66-D2FB-4043-B4AB-243247C3CB37}" destId="{D65CB9ED-ABEA-4E81-88E7-3D96408077BF}" srcOrd="1" destOrd="0" presId="urn:microsoft.com/office/officeart/2005/8/layout/chevron2"/>
    <dgm:cxn modelId="{51CA6FFF-3DC2-4CA8-8989-0CCC72642FF1}" type="presParOf" srcId="{8178D5E9-81A5-4F57-A9E9-B5F004A13590}" destId="{F43B4EDF-3CF8-49DD-BBE6-5A26E839A4AF}" srcOrd="7" destOrd="0" presId="urn:microsoft.com/office/officeart/2005/8/layout/chevron2"/>
    <dgm:cxn modelId="{08B7101D-9B8A-4798-93FA-0D0F6C06047A}" type="presParOf" srcId="{8178D5E9-81A5-4F57-A9E9-B5F004A13590}" destId="{739B9F3C-D78E-454D-B66F-80BFF324EDA0}" srcOrd="8" destOrd="0" presId="urn:microsoft.com/office/officeart/2005/8/layout/chevron2"/>
    <dgm:cxn modelId="{7BB9F371-3178-4FAB-B0FD-7BE5E67CEF09}" type="presParOf" srcId="{739B9F3C-D78E-454D-B66F-80BFF324EDA0}" destId="{5FA0B8C2-5C5C-4677-9FAE-97C9E5879C0F}" srcOrd="0" destOrd="0" presId="urn:microsoft.com/office/officeart/2005/8/layout/chevron2"/>
    <dgm:cxn modelId="{E77C0634-89A7-4195-95BA-0546CFCD7EE3}" type="presParOf" srcId="{739B9F3C-D78E-454D-B66F-80BFF324EDA0}" destId="{2B136130-2FCD-4F4E-8233-BC321DDF283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99902B-18E7-40C8-B223-D1765279C179}" type="doc">
      <dgm:prSet loTypeId="urn:microsoft.com/office/officeart/2011/layout/HexagonRadial" loCatId="cycle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BD34E1-11EB-4BD4-9187-578AC0C9CB68}">
      <dgm:prSet phldrT="[Text]"/>
      <dgm:spPr/>
      <dgm:t>
        <a:bodyPr/>
        <a:lstStyle/>
        <a:p>
          <a:r>
            <a:rPr lang="en-US" dirty="0" smtClean="0"/>
            <a:t>Shopping Cart</a:t>
          </a:r>
          <a:endParaRPr lang="en-US" dirty="0"/>
        </a:p>
      </dgm:t>
    </dgm:pt>
    <dgm:pt modelId="{0370567C-ED37-4945-8A49-81A04041DE81}" type="parTrans" cxnId="{1E767E20-BFE7-48EB-8ABC-D9F40BB0FD60}">
      <dgm:prSet/>
      <dgm:spPr/>
      <dgm:t>
        <a:bodyPr/>
        <a:lstStyle/>
        <a:p>
          <a:endParaRPr lang="en-US"/>
        </a:p>
      </dgm:t>
    </dgm:pt>
    <dgm:pt modelId="{7AEB2A79-65FB-4E87-B2BE-7C7EC61C71DF}" type="sibTrans" cxnId="{1E767E20-BFE7-48EB-8ABC-D9F40BB0FD60}">
      <dgm:prSet/>
      <dgm:spPr/>
      <dgm:t>
        <a:bodyPr/>
        <a:lstStyle/>
        <a:p>
          <a:endParaRPr lang="en-US"/>
        </a:p>
      </dgm:t>
    </dgm:pt>
    <dgm:pt modelId="{1A71A2ED-A091-47CC-9011-357AAB536B1D}">
      <dgm:prSet phldrT="[Text]"/>
      <dgm:spPr/>
      <dgm:t>
        <a:bodyPr/>
        <a:lstStyle/>
        <a:p>
          <a:r>
            <a:rPr lang="en-US" dirty="0" smtClean="0"/>
            <a:t>Show</a:t>
          </a:r>
          <a:endParaRPr lang="en-US" dirty="0"/>
        </a:p>
      </dgm:t>
    </dgm:pt>
    <dgm:pt modelId="{33E3F843-0747-40FC-AD85-79B1ABC8A000}" type="parTrans" cxnId="{D3633632-719C-40DB-AD37-64D51D84417D}">
      <dgm:prSet/>
      <dgm:spPr/>
      <dgm:t>
        <a:bodyPr/>
        <a:lstStyle/>
        <a:p>
          <a:endParaRPr lang="en-US"/>
        </a:p>
      </dgm:t>
    </dgm:pt>
    <dgm:pt modelId="{75D90F0C-0A0C-4617-92F1-1491B303A27B}" type="sibTrans" cxnId="{D3633632-719C-40DB-AD37-64D51D84417D}">
      <dgm:prSet/>
      <dgm:spPr/>
      <dgm:t>
        <a:bodyPr/>
        <a:lstStyle/>
        <a:p>
          <a:endParaRPr lang="en-US"/>
        </a:p>
      </dgm:t>
    </dgm:pt>
    <dgm:pt modelId="{C3F43CA6-78F9-4955-AFC6-8633BCF02657}">
      <dgm:prSet phldrT="[Text]"/>
      <dgm:spPr/>
      <dgm:t>
        <a:bodyPr/>
        <a:lstStyle/>
        <a:p>
          <a:r>
            <a:rPr lang="en-US" dirty="0" smtClean="0"/>
            <a:t>Add</a:t>
          </a:r>
          <a:endParaRPr lang="en-US" dirty="0"/>
        </a:p>
      </dgm:t>
    </dgm:pt>
    <dgm:pt modelId="{55A01200-3309-4D12-9F01-0D4AAF6D3B4C}" type="parTrans" cxnId="{A798A77E-A4EE-4313-8A4F-64BBA1690F8D}">
      <dgm:prSet/>
      <dgm:spPr/>
      <dgm:t>
        <a:bodyPr/>
        <a:lstStyle/>
        <a:p>
          <a:endParaRPr lang="en-US"/>
        </a:p>
      </dgm:t>
    </dgm:pt>
    <dgm:pt modelId="{964E67FC-F1A7-49BF-A594-DA25D223A0CF}" type="sibTrans" cxnId="{A798A77E-A4EE-4313-8A4F-64BBA1690F8D}">
      <dgm:prSet/>
      <dgm:spPr/>
      <dgm:t>
        <a:bodyPr/>
        <a:lstStyle/>
        <a:p>
          <a:endParaRPr lang="en-US"/>
        </a:p>
      </dgm:t>
    </dgm:pt>
    <dgm:pt modelId="{27F2776A-5FD3-4A22-9DCB-778781731BE3}">
      <dgm:prSet phldrT="[Text]"/>
      <dgm:spPr/>
      <dgm:t>
        <a:bodyPr/>
        <a:lstStyle/>
        <a:p>
          <a:r>
            <a:rPr lang="en-US" dirty="0" smtClean="0"/>
            <a:t>Remove</a:t>
          </a:r>
          <a:endParaRPr lang="en-US" dirty="0"/>
        </a:p>
      </dgm:t>
    </dgm:pt>
    <dgm:pt modelId="{984F6104-3011-4373-A6F0-133F8F193868}" type="parTrans" cxnId="{3569DD72-45F2-4081-8F40-EEF7CD40575A}">
      <dgm:prSet/>
      <dgm:spPr/>
      <dgm:t>
        <a:bodyPr/>
        <a:lstStyle/>
        <a:p>
          <a:endParaRPr lang="en-US"/>
        </a:p>
      </dgm:t>
    </dgm:pt>
    <dgm:pt modelId="{890569C9-F829-446E-827F-6C7A0C7A8BBF}" type="sibTrans" cxnId="{3569DD72-45F2-4081-8F40-EEF7CD40575A}">
      <dgm:prSet/>
      <dgm:spPr/>
      <dgm:t>
        <a:bodyPr/>
        <a:lstStyle/>
        <a:p>
          <a:endParaRPr lang="en-US"/>
        </a:p>
      </dgm:t>
    </dgm:pt>
    <dgm:pt modelId="{E10C2BAD-677B-425E-B2B7-E9E185068940}">
      <dgm:prSet phldrT="[Text]"/>
      <dgm:spPr/>
      <dgm:t>
        <a:bodyPr/>
        <a:lstStyle/>
        <a:p>
          <a:r>
            <a:rPr lang="en-US" dirty="0" smtClean="0"/>
            <a:t>Update</a:t>
          </a:r>
          <a:endParaRPr lang="en-US" dirty="0"/>
        </a:p>
      </dgm:t>
    </dgm:pt>
    <dgm:pt modelId="{2E375438-8564-4C63-8930-C4187099E48E}" type="parTrans" cxnId="{5D68E1F4-1591-47E4-82D2-FD635CD8E0D4}">
      <dgm:prSet/>
      <dgm:spPr/>
      <dgm:t>
        <a:bodyPr/>
        <a:lstStyle/>
        <a:p>
          <a:endParaRPr lang="en-US"/>
        </a:p>
      </dgm:t>
    </dgm:pt>
    <dgm:pt modelId="{8DFA59C9-62B1-4138-AF6A-C406F2CE0357}" type="sibTrans" cxnId="{5D68E1F4-1591-47E4-82D2-FD635CD8E0D4}">
      <dgm:prSet/>
      <dgm:spPr/>
      <dgm:t>
        <a:bodyPr/>
        <a:lstStyle/>
        <a:p>
          <a:endParaRPr lang="en-US"/>
        </a:p>
      </dgm:t>
    </dgm:pt>
    <dgm:pt modelId="{0F2BE91C-72D2-4CC2-9965-5FDE63EA9475}">
      <dgm:prSet phldrT="[Text]"/>
      <dgm:spPr/>
      <dgm:t>
        <a:bodyPr/>
        <a:lstStyle/>
        <a:p>
          <a:r>
            <a:rPr lang="en-US" dirty="0" smtClean="0"/>
            <a:t>Clear</a:t>
          </a:r>
          <a:endParaRPr lang="en-US" dirty="0"/>
        </a:p>
      </dgm:t>
    </dgm:pt>
    <dgm:pt modelId="{AC083F46-C8C6-4967-8C13-67CB51C9B310}" type="parTrans" cxnId="{88A5EF62-85F3-4A4A-94EE-C8AD20DA0DF3}">
      <dgm:prSet/>
      <dgm:spPr/>
      <dgm:t>
        <a:bodyPr/>
        <a:lstStyle/>
        <a:p>
          <a:endParaRPr lang="en-US"/>
        </a:p>
      </dgm:t>
    </dgm:pt>
    <dgm:pt modelId="{D7FB6DE2-0ABC-4886-A05C-6B9C70218303}" type="sibTrans" cxnId="{88A5EF62-85F3-4A4A-94EE-C8AD20DA0DF3}">
      <dgm:prSet/>
      <dgm:spPr/>
      <dgm:t>
        <a:bodyPr/>
        <a:lstStyle/>
        <a:p>
          <a:endParaRPr lang="en-US"/>
        </a:p>
      </dgm:t>
    </dgm:pt>
    <dgm:pt modelId="{02549C9E-01C7-4A46-AAFE-0A612BB78A3C}">
      <dgm:prSet phldrT="[Text]"/>
      <dgm:spPr/>
      <dgm:t>
        <a:bodyPr/>
        <a:lstStyle/>
        <a:p>
          <a:r>
            <a:rPr lang="en-US" dirty="0" smtClean="0"/>
            <a:t>List</a:t>
          </a:r>
          <a:endParaRPr lang="en-US" dirty="0"/>
        </a:p>
      </dgm:t>
    </dgm:pt>
    <dgm:pt modelId="{3EA55ABA-0997-46D6-BAC3-42607B4D50B0}" type="parTrans" cxnId="{FAAF6FE4-F29F-4F02-9AC7-B057AA08D027}">
      <dgm:prSet/>
      <dgm:spPr/>
      <dgm:t>
        <a:bodyPr/>
        <a:lstStyle/>
        <a:p>
          <a:endParaRPr lang="en-US"/>
        </a:p>
      </dgm:t>
    </dgm:pt>
    <dgm:pt modelId="{59A6788A-6F94-435B-AFBA-C0675E241511}" type="sibTrans" cxnId="{FAAF6FE4-F29F-4F02-9AC7-B057AA08D027}">
      <dgm:prSet/>
      <dgm:spPr/>
      <dgm:t>
        <a:bodyPr/>
        <a:lstStyle/>
        <a:p>
          <a:endParaRPr lang="en-US"/>
        </a:p>
      </dgm:t>
    </dgm:pt>
    <dgm:pt modelId="{6A6A0380-7FF2-49EC-A52C-4AB588D38307}" type="pres">
      <dgm:prSet presAssocID="{3A99902B-18E7-40C8-B223-D1765279C17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FC3C9F9-09D3-4654-9E0D-BFD86665AC11}" type="pres">
      <dgm:prSet presAssocID="{97BD34E1-11EB-4BD4-9187-578AC0C9CB68}" presName="Parent" presStyleLbl="node0" presStyleIdx="0" presStyleCnt="1">
        <dgm:presLayoutVars>
          <dgm:chMax val="6"/>
          <dgm:chPref val="6"/>
        </dgm:presLayoutVars>
      </dgm:prSet>
      <dgm:spPr/>
      <dgm:t>
        <a:bodyPr/>
        <a:lstStyle/>
        <a:p>
          <a:endParaRPr lang="en-US"/>
        </a:p>
      </dgm:t>
    </dgm:pt>
    <dgm:pt modelId="{969D164C-8301-44AC-B188-8AAB1E29C34A}" type="pres">
      <dgm:prSet presAssocID="{1A71A2ED-A091-47CC-9011-357AAB536B1D}" presName="Accent1" presStyleCnt="0"/>
      <dgm:spPr/>
    </dgm:pt>
    <dgm:pt modelId="{52DA4F45-854B-4E8A-BBCE-CD2BD0B8D419}" type="pres">
      <dgm:prSet presAssocID="{1A71A2ED-A091-47CC-9011-357AAB536B1D}" presName="Accent" presStyleLbl="bgShp" presStyleIdx="0" presStyleCnt="6"/>
      <dgm:spPr/>
    </dgm:pt>
    <dgm:pt modelId="{E37C5E8E-CB92-49E8-B6A7-A53E98ACF89B}" type="pres">
      <dgm:prSet presAssocID="{1A71A2ED-A091-47CC-9011-357AAB536B1D}" presName="Child1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B5E9CE-9317-4528-B2CD-6FC67BE7672C}" type="pres">
      <dgm:prSet presAssocID="{C3F43CA6-78F9-4955-AFC6-8633BCF02657}" presName="Accent2" presStyleCnt="0"/>
      <dgm:spPr/>
    </dgm:pt>
    <dgm:pt modelId="{E7BF5792-194A-4316-A8D0-775D8680983E}" type="pres">
      <dgm:prSet presAssocID="{C3F43CA6-78F9-4955-AFC6-8633BCF02657}" presName="Accent" presStyleLbl="bgShp" presStyleIdx="1" presStyleCnt="6"/>
      <dgm:spPr/>
    </dgm:pt>
    <dgm:pt modelId="{8350F580-FCAD-4B8E-BDA2-97891E70ED7D}" type="pres">
      <dgm:prSet presAssocID="{C3F43CA6-78F9-4955-AFC6-8633BCF02657}" presName="Child2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6EEE65-A696-4FD1-A43B-1A883B50F994}" type="pres">
      <dgm:prSet presAssocID="{27F2776A-5FD3-4A22-9DCB-778781731BE3}" presName="Accent3" presStyleCnt="0"/>
      <dgm:spPr/>
    </dgm:pt>
    <dgm:pt modelId="{0A4E9EFE-E1E8-4F34-B397-736CDC188834}" type="pres">
      <dgm:prSet presAssocID="{27F2776A-5FD3-4A22-9DCB-778781731BE3}" presName="Accent" presStyleLbl="bgShp" presStyleIdx="2" presStyleCnt="6"/>
      <dgm:spPr/>
    </dgm:pt>
    <dgm:pt modelId="{809BAE54-0EFB-47AF-A9C2-811A6D98C03F}" type="pres">
      <dgm:prSet presAssocID="{27F2776A-5FD3-4A22-9DCB-778781731BE3}" presName="Child3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2364D2-2ABB-45B6-9F3A-3696338D93B8}" type="pres">
      <dgm:prSet presAssocID="{E10C2BAD-677B-425E-B2B7-E9E185068940}" presName="Accent4" presStyleCnt="0"/>
      <dgm:spPr/>
    </dgm:pt>
    <dgm:pt modelId="{09F964F2-DB4B-487D-BFD1-5A024FE21807}" type="pres">
      <dgm:prSet presAssocID="{E10C2BAD-677B-425E-B2B7-E9E185068940}" presName="Accent" presStyleLbl="bgShp" presStyleIdx="3" presStyleCnt="6"/>
      <dgm:spPr/>
    </dgm:pt>
    <dgm:pt modelId="{A7934483-1CFB-405E-9DA3-2D73F32EC3C9}" type="pres">
      <dgm:prSet presAssocID="{E10C2BAD-677B-425E-B2B7-E9E185068940}" presName="Child4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843265-CFE1-4716-BC13-C68B2745DB91}" type="pres">
      <dgm:prSet presAssocID="{0F2BE91C-72D2-4CC2-9965-5FDE63EA9475}" presName="Accent5" presStyleCnt="0"/>
      <dgm:spPr/>
    </dgm:pt>
    <dgm:pt modelId="{8A1472B0-692B-491A-86FE-AB731BA0C4A3}" type="pres">
      <dgm:prSet presAssocID="{0F2BE91C-72D2-4CC2-9965-5FDE63EA9475}" presName="Accent" presStyleLbl="bgShp" presStyleIdx="4" presStyleCnt="6"/>
      <dgm:spPr/>
    </dgm:pt>
    <dgm:pt modelId="{5E764CEA-56BF-4B14-9B27-7507AB823780}" type="pres">
      <dgm:prSet presAssocID="{0F2BE91C-72D2-4CC2-9965-5FDE63EA9475}" presName="Child5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DD9F8F-F077-458A-B58F-55CC975483E8}" type="pres">
      <dgm:prSet presAssocID="{02549C9E-01C7-4A46-AAFE-0A612BB78A3C}" presName="Accent6" presStyleCnt="0"/>
      <dgm:spPr/>
    </dgm:pt>
    <dgm:pt modelId="{37F6118A-7409-49CC-A856-EAA03C9561D5}" type="pres">
      <dgm:prSet presAssocID="{02549C9E-01C7-4A46-AAFE-0A612BB78A3C}" presName="Accent" presStyleLbl="bgShp" presStyleIdx="5" presStyleCnt="6"/>
      <dgm:spPr/>
    </dgm:pt>
    <dgm:pt modelId="{291C8307-D7A3-4815-A530-913B04308770}" type="pres">
      <dgm:prSet presAssocID="{02549C9E-01C7-4A46-AAFE-0A612BB78A3C}" presName="Child6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5B4744-BFF4-4F94-B245-05C9A2B609BF}" type="presOf" srcId="{C3F43CA6-78F9-4955-AFC6-8633BCF02657}" destId="{8350F580-FCAD-4B8E-BDA2-97891E70ED7D}" srcOrd="0" destOrd="0" presId="urn:microsoft.com/office/officeart/2011/layout/HexagonRadial"/>
    <dgm:cxn modelId="{88A5EF62-85F3-4A4A-94EE-C8AD20DA0DF3}" srcId="{97BD34E1-11EB-4BD4-9187-578AC0C9CB68}" destId="{0F2BE91C-72D2-4CC2-9965-5FDE63EA9475}" srcOrd="4" destOrd="0" parTransId="{AC083F46-C8C6-4967-8C13-67CB51C9B310}" sibTransId="{D7FB6DE2-0ABC-4886-A05C-6B9C70218303}"/>
    <dgm:cxn modelId="{A798A77E-A4EE-4313-8A4F-64BBA1690F8D}" srcId="{97BD34E1-11EB-4BD4-9187-578AC0C9CB68}" destId="{C3F43CA6-78F9-4955-AFC6-8633BCF02657}" srcOrd="1" destOrd="0" parTransId="{55A01200-3309-4D12-9F01-0D4AAF6D3B4C}" sibTransId="{964E67FC-F1A7-49BF-A594-DA25D223A0CF}"/>
    <dgm:cxn modelId="{1E767E20-BFE7-48EB-8ABC-D9F40BB0FD60}" srcId="{3A99902B-18E7-40C8-B223-D1765279C179}" destId="{97BD34E1-11EB-4BD4-9187-578AC0C9CB68}" srcOrd="0" destOrd="0" parTransId="{0370567C-ED37-4945-8A49-81A04041DE81}" sibTransId="{7AEB2A79-65FB-4E87-B2BE-7C7EC61C71DF}"/>
    <dgm:cxn modelId="{3569DD72-45F2-4081-8F40-EEF7CD40575A}" srcId="{97BD34E1-11EB-4BD4-9187-578AC0C9CB68}" destId="{27F2776A-5FD3-4A22-9DCB-778781731BE3}" srcOrd="2" destOrd="0" parTransId="{984F6104-3011-4373-A6F0-133F8F193868}" sibTransId="{890569C9-F829-446E-827F-6C7A0C7A8BBF}"/>
    <dgm:cxn modelId="{96C1E0CA-B2CF-44AC-B183-57E4F3B439DD}" type="presOf" srcId="{02549C9E-01C7-4A46-AAFE-0A612BB78A3C}" destId="{291C8307-D7A3-4815-A530-913B04308770}" srcOrd="0" destOrd="0" presId="urn:microsoft.com/office/officeart/2011/layout/HexagonRadial"/>
    <dgm:cxn modelId="{645323D2-FD46-49D2-83E6-213679A8B568}" type="presOf" srcId="{97BD34E1-11EB-4BD4-9187-578AC0C9CB68}" destId="{BFC3C9F9-09D3-4654-9E0D-BFD86665AC11}" srcOrd="0" destOrd="0" presId="urn:microsoft.com/office/officeart/2011/layout/HexagonRadial"/>
    <dgm:cxn modelId="{5D68E1F4-1591-47E4-82D2-FD635CD8E0D4}" srcId="{97BD34E1-11EB-4BD4-9187-578AC0C9CB68}" destId="{E10C2BAD-677B-425E-B2B7-E9E185068940}" srcOrd="3" destOrd="0" parTransId="{2E375438-8564-4C63-8930-C4187099E48E}" sibTransId="{8DFA59C9-62B1-4138-AF6A-C406F2CE0357}"/>
    <dgm:cxn modelId="{D3633632-719C-40DB-AD37-64D51D84417D}" srcId="{97BD34E1-11EB-4BD4-9187-578AC0C9CB68}" destId="{1A71A2ED-A091-47CC-9011-357AAB536B1D}" srcOrd="0" destOrd="0" parTransId="{33E3F843-0747-40FC-AD85-79B1ABC8A000}" sibTransId="{75D90F0C-0A0C-4617-92F1-1491B303A27B}"/>
    <dgm:cxn modelId="{20A16896-3039-4325-AB0F-9EF298F0D962}" type="presOf" srcId="{27F2776A-5FD3-4A22-9DCB-778781731BE3}" destId="{809BAE54-0EFB-47AF-A9C2-811A6D98C03F}" srcOrd="0" destOrd="0" presId="urn:microsoft.com/office/officeart/2011/layout/HexagonRadial"/>
    <dgm:cxn modelId="{50C0495A-62FE-4DEB-8803-4CCE3C553743}" type="presOf" srcId="{0F2BE91C-72D2-4CC2-9965-5FDE63EA9475}" destId="{5E764CEA-56BF-4B14-9B27-7507AB823780}" srcOrd="0" destOrd="0" presId="urn:microsoft.com/office/officeart/2011/layout/HexagonRadial"/>
    <dgm:cxn modelId="{F088B6B3-1A33-4A1E-B812-F99E2F7395A0}" type="presOf" srcId="{3A99902B-18E7-40C8-B223-D1765279C179}" destId="{6A6A0380-7FF2-49EC-A52C-4AB588D38307}" srcOrd="0" destOrd="0" presId="urn:microsoft.com/office/officeart/2011/layout/HexagonRadial"/>
    <dgm:cxn modelId="{EDC1FBF4-519B-43E6-B668-36484DC7AF8A}" type="presOf" srcId="{E10C2BAD-677B-425E-B2B7-E9E185068940}" destId="{A7934483-1CFB-405E-9DA3-2D73F32EC3C9}" srcOrd="0" destOrd="0" presId="urn:microsoft.com/office/officeart/2011/layout/HexagonRadial"/>
    <dgm:cxn modelId="{FAAF6FE4-F29F-4F02-9AC7-B057AA08D027}" srcId="{97BD34E1-11EB-4BD4-9187-578AC0C9CB68}" destId="{02549C9E-01C7-4A46-AAFE-0A612BB78A3C}" srcOrd="5" destOrd="0" parTransId="{3EA55ABA-0997-46D6-BAC3-42607B4D50B0}" sibTransId="{59A6788A-6F94-435B-AFBA-C0675E241511}"/>
    <dgm:cxn modelId="{E8691BF0-D113-4588-A451-09FB951124A1}" type="presOf" srcId="{1A71A2ED-A091-47CC-9011-357AAB536B1D}" destId="{E37C5E8E-CB92-49E8-B6A7-A53E98ACF89B}" srcOrd="0" destOrd="0" presId="urn:microsoft.com/office/officeart/2011/layout/HexagonRadial"/>
    <dgm:cxn modelId="{931C31D7-7CC4-4BFD-9D43-56E9C843DC96}" type="presParOf" srcId="{6A6A0380-7FF2-49EC-A52C-4AB588D38307}" destId="{BFC3C9F9-09D3-4654-9E0D-BFD86665AC11}" srcOrd="0" destOrd="0" presId="urn:microsoft.com/office/officeart/2011/layout/HexagonRadial"/>
    <dgm:cxn modelId="{0BF6CDDF-C77B-4281-9368-CD40895FF91B}" type="presParOf" srcId="{6A6A0380-7FF2-49EC-A52C-4AB588D38307}" destId="{969D164C-8301-44AC-B188-8AAB1E29C34A}" srcOrd="1" destOrd="0" presId="urn:microsoft.com/office/officeart/2011/layout/HexagonRadial"/>
    <dgm:cxn modelId="{CBD8D524-7342-4F00-AC8D-93413B9CE6BC}" type="presParOf" srcId="{969D164C-8301-44AC-B188-8AAB1E29C34A}" destId="{52DA4F45-854B-4E8A-BBCE-CD2BD0B8D419}" srcOrd="0" destOrd="0" presId="urn:microsoft.com/office/officeart/2011/layout/HexagonRadial"/>
    <dgm:cxn modelId="{9A38C313-3D80-4D41-B713-E0EEC5D77DDB}" type="presParOf" srcId="{6A6A0380-7FF2-49EC-A52C-4AB588D38307}" destId="{E37C5E8E-CB92-49E8-B6A7-A53E98ACF89B}" srcOrd="2" destOrd="0" presId="urn:microsoft.com/office/officeart/2011/layout/HexagonRadial"/>
    <dgm:cxn modelId="{AEF8A616-68EE-4EB9-8C22-72DF319F9C7D}" type="presParOf" srcId="{6A6A0380-7FF2-49EC-A52C-4AB588D38307}" destId="{D5B5E9CE-9317-4528-B2CD-6FC67BE7672C}" srcOrd="3" destOrd="0" presId="urn:microsoft.com/office/officeart/2011/layout/HexagonRadial"/>
    <dgm:cxn modelId="{EFE6FDD9-77FF-4424-B72A-3AA7E33AD4DE}" type="presParOf" srcId="{D5B5E9CE-9317-4528-B2CD-6FC67BE7672C}" destId="{E7BF5792-194A-4316-A8D0-775D8680983E}" srcOrd="0" destOrd="0" presId="urn:microsoft.com/office/officeart/2011/layout/HexagonRadial"/>
    <dgm:cxn modelId="{5866EBF3-999E-4D5D-8C01-612454939EA0}" type="presParOf" srcId="{6A6A0380-7FF2-49EC-A52C-4AB588D38307}" destId="{8350F580-FCAD-4B8E-BDA2-97891E70ED7D}" srcOrd="4" destOrd="0" presId="urn:microsoft.com/office/officeart/2011/layout/HexagonRadial"/>
    <dgm:cxn modelId="{EF7FB1A8-CEE8-466A-9556-1AA045EF6654}" type="presParOf" srcId="{6A6A0380-7FF2-49EC-A52C-4AB588D38307}" destId="{B66EEE65-A696-4FD1-A43B-1A883B50F994}" srcOrd="5" destOrd="0" presId="urn:microsoft.com/office/officeart/2011/layout/HexagonRadial"/>
    <dgm:cxn modelId="{6F5C1707-A739-4142-8A0A-970F57A791AB}" type="presParOf" srcId="{B66EEE65-A696-4FD1-A43B-1A883B50F994}" destId="{0A4E9EFE-E1E8-4F34-B397-736CDC188834}" srcOrd="0" destOrd="0" presId="urn:microsoft.com/office/officeart/2011/layout/HexagonRadial"/>
    <dgm:cxn modelId="{71BB75C1-47EB-47FB-B9EB-A017E78868EB}" type="presParOf" srcId="{6A6A0380-7FF2-49EC-A52C-4AB588D38307}" destId="{809BAE54-0EFB-47AF-A9C2-811A6D98C03F}" srcOrd="6" destOrd="0" presId="urn:microsoft.com/office/officeart/2011/layout/HexagonRadial"/>
    <dgm:cxn modelId="{B079B732-8E19-473C-90F5-263F75136785}" type="presParOf" srcId="{6A6A0380-7FF2-49EC-A52C-4AB588D38307}" destId="{582364D2-2ABB-45B6-9F3A-3696338D93B8}" srcOrd="7" destOrd="0" presId="urn:microsoft.com/office/officeart/2011/layout/HexagonRadial"/>
    <dgm:cxn modelId="{A2F22345-1589-4BA9-BF26-04B6EBD9CE76}" type="presParOf" srcId="{582364D2-2ABB-45B6-9F3A-3696338D93B8}" destId="{09F964F2-DB4B-487D-BFD1-5A024FE21807}" srcOrd="0" destOrd="0" presId="urn:microsoft.com/office/officeart/2011/layout/HexagonRadial"/>
    <dgm:cxn modelId="{8D6D17F8-BBB0-4D3C-B00B-E92C3F763700}" type="presParOf" srcId="{6A6A0380-7FF2-49EC-A52C-4AB588D38307}" destId="{A7934483-1CFB-405E-9DA3-2D73F32EC3C9}" srcOrd="8" destOrd="0" presId="urn:microsoft.com/office/officeart/2011/layout/HexagonRadial"/>
    <dgm:cxn modelId="{B6C82D03-3112-4491-A510-CA777076440B}" type="presParOf" srcId="{6A6A0380-7FF2-49EC-A52C-4AB588D38307}" destId="{E3843265-CFE1-4716-BC13-C68B2745DB91}" srcOrd="9" destOrd="0" presId="urn:microsoft.com/office/officeart/2011/layout/HexagonRadial"/>
    <dgm:cxn modelId="{861221C6-B70D-480B-A400-6684C2BDE440}" type="presParOf" srcId="{E3843265-CFE1-4716-BC13-C68B2745DB91}" destId="{8A1472B0-692B-491A-86FE-AB731BA0C4A3}" srcOrd="0" destOrd="0" presId="urn:microsoft.com/office/officeart/2011/layout/HexagonRadial"/>
    <dgm:cxn modelId="{CB573D32-B6FA-429A-A65B-14817D92972B}" type="presParOf" srcId="{6A6A0380-7FF2-49EC-A52C-4AB588D38307}" destId="{5E764CEA-56BF-4B14-9B27-7507AB823780}" srcOrd="10" destOrd="0" presId="urn:microsoft.com/office/officeart/2011/layout/HexagonRadial"/>
    <dgm:cxn modelId="{2563C7AC-9D98-4DF2-A008-B810B4635B83}" type="presParOf" srcId="{6A6A0380-7FF2-49EC-A52C-4AB588D38307}" destId="{43DD9F8F-F077-458A-B58F-55CC975483E8}" srcOrd="11" destOrd="0" presId="urn:microsoft.com/office/officeart/2011/layout/HexagonRadial"/>
    <dgm:cxn modelId="{ECA229E6-2A85-4EFF-A330-96CFDE521A8A}" type="presParOf" srcId="{43DD9F8F-F077-458A-B58F-55CC975483E8}" destId="{37F6118A-7409-49CC-A856-EAA03C9561D5}" srcOrd="0" destOrd="0" presId="urn:microsoft.com/office/officeart/2011/layout/HexagonRadial"/>
    <dgm:cxn modelId="{14F97623-2BD8-47C5-A6AA-EB988EB22599}" type="presParOf" srcId="{6A6A0380-7FF2-49EC-A52C-4AB588D38307}" destId="{291C8307-D7A3-4815-A530-913B0430877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C3C83-F447-452B-8B12-5512938C0067}">
      <dsp:nvSpPr>
        <dsp:cNvPr id="0" name=""/>
        <dsp:cNvSpPr/>
      </dsp:nvSpPr>
      <dsp:spPr>
        <a:xfrm rot="5400000">
          <a:off x="-183699" y="184609"/>
          <a:ext cx="1224665" cy="85726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1</a:t>
          </a:r>
          <a:endParaRPr lang="en-US" sz="2400" kern="1200" dirty="0"/>
        </a:p>
      </dsp:txBody>
      <dsp:txXfrm rot="-5400000">
        <a:off x="1" y="429542"/>
        <a:ext cx="857266" cy="367399"/>
      </dsp:txXfrm>
    </dsp:sp>
    <dsp:sp modelId="{0CA6DBFE-A69D-4B2C-B316-36FFCBB21C93}">
      <dsp:nvSpPr>
        <dsp:cNvPr id="0" name=""/>
        <dsp:cNvSpPr/>
      </dsp:nvSpPr>
      <dsp:spPr>
        <a:xfrm rot="5400000">
          <a:off x="3993016" y="-3134840"/>
          <a:ext cx="796032" cy="7067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Shopping Cart Analysis</a:t>
          </a:r>
          <a:endParaRPr lang="en-US" sz="3900" kern="1200" dirty="0"/>
        </a:p>
      </dsp:txBody>
      <dsp:txXfrm rot="-5400000">
        <a:off x="857266" y="39769"/>
        <a:ext cx="7028674" cy="718314"/>
      </dsp:txXfrm>
    </dsp:sp>
    <dsp:sp modelId="{CC5BD74F-4AEF-4CF1-97B3-5250CA436957}">
      <dsp:nvSpPr>
        <dsp:cNvPr id="0" name=""/>
        <dsp:cNvSpPr/>
      </dsp:nvSpPr>
      <dsp:spPr>
        <a:xfrm rot="5400000">
          <a:off x="-183699" y="1293403"/>
          <a:ext cx="1224665" cy="857266"/>
        </a:xfrm>
        <a:prstGeom prst="chevron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2</a:t>
          </a:r>
          <a:endParaRPr lang="en-US" sz="2400" kern="1200" dirty="0"/>
        </a:p>
      </dsp:txBody>
      <dsp:txXfrm rot="-5400000">
        <a:off x="1" y="1538336"/>
        <a:ext cx="857266" cy="367399"/>
      </dsp:txXfrm>
    </dsp:sp>
    <dsp:sp modelId="{149E5729-E37D-4A01-93E6-8ADE010AC066}">
      <dsp:nvSpPr>
        <dsp:cNvPr id="0" name=""/>
        <dsp:cNvSpPr/>
      </dsp:nvSpPr>
      <dsp:spPr>
        <a:xfrm rot="5400000">
          <a:off x="3993016" y="-2026046"/>
          <a:ext cx="796032" cy="7067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Technology Architecture Model</a:t>
          </a:r>
          <a:endParaRPr lang="en-US" sz="3900" kern="1200" dirty="0"/>
        </a:p>
      </dsp:txBody>
      <dsp:txXfrm rot="-5400000">
        <a:off x="857266" y="1148563"/>
        <a:ext cx="7028674" cy="718314"/>
      </dsp:txXfrm>
    </dsp:sp>
    <dsp:sp modelId="{71E19903-77A4-42B0-8998-7ECD2D37C210}">
      <dsp:nvSpPr>
        <dsp:cNvPr id="0" name=""/>
        <dsp:cNvSpPr/>
      </dsp:nvSpPr>
      <dsp:spPr>
        <a:xfrm rot="5400000">
          <a:off x="-183699" y="2402197"/>
          <a:ext cx="1224665" cy="857266"/>
        </a:xfrm>
        <a:prstGeom prst="chevron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3</a:t>
          </a:r>
          <a:endParaRPr lang="en-US" sz="2400" kern="1200" dirty="0"/>
        </a:p>
      </dsp:txBody>
      <dsp:txXfrm rot="-5400000">
        <a:off x="1" y="2647130"/>
        <a:ext cx="857266" cy="367399"/>
      </dsp:txXfrm>
    </dsp:sp>
    <dsp:sp modelId="{8DB2F285-34C2-47A6-90CD-CA0A88A045EB}">
      <dsp:nvSpPr>
        <dsp:cNvPr id="0" name=""/>
        <dsp:cNvSpPr/>
      </dsp:nvSpPr>
      <dsp:spPr>
        <a:xfrm rot="5400000">
          <a:off x="3993016" y="-917252"/>
          <a:ext cx="796032" cy="7067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Project Organization</a:t>
          </a:r>
          <a:endParaRPr lang="en-US" sz="3900" kern="1200" dirty="0"/>
        </a:p>
      </dsp:txBody>
      <dsp:txXfrm rot="-5400000">
        <a:off x="857266" y="2257357"/>
        <a:ext cx="7028674" cy="718314"/>
      </dsp:txXfrm>
    </dsp:sp>
    <dsp:sp modelId="{717EB261-218B-47A6-90CC-70FAA61E64F3}">
      <dsp:nvSpPr>
        <dsp:cNvPr id="0" name=""/>
        <dsp:cNvSpPr/>
      </dsp:nvSpPr>
      <dsp:spPr>
        <a:xfrm rot="5400000">
          <a:off x="-183699" y="3510991"/>
          <a:ext cx="1224665" cy="857266"/>
        </a:xfrm>
        <a:prstGeom prst="chevron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4</a:t>
          </a:r>
          <a:endParaRPr lang="en-US" sz="2400" kern="1200" dirty="0"/>
        </a:p>
      </dsp:txBody>
      <dsp:txXfrm rot="-5400000">
        <a:off x="1" y="3755924"/>
        <a:ext cx="857266" cy="367399"/>
      </dsp:txXfrm>
    </dsp:sp>
    <dsp:sp modelId="{D65CB9ED-ABEA-4E81-88E7-3D96408077BF}">
      <dsp:nvSpPr>
        <dsp:cNvPr id="0" name=""/>
        <dsp:cNvSpPr/>
      </dsp:nvSpPr>
      <dsp:spPr>
        <a:xfrm rot="5400000">
          <a:off x="3993016" y="191540"/>
          <a:ext cx="796032" cy="7067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Shopping Cart Implementation</a:t>
          </a:r>
          <a:endParaRPr lang="en-US" sz="3900" kern="1200" dirty="0"/>
        </a:p>
      </dsp:txBody>
      <dsp:txXfrm rot="-5400000">
        <a:off x="857266" y="3366150"/>
        <a:ext cx="7028674" cy="718314"/>
      </dsp:txXfrm>
    </dsp:sp>
    <dsp:sp modelId="{5FA0B8C2-5C5C-4677-9FAE-97C9E5879C0F}">
      <dsp:nvSpPr>
        <dsp:cNvPr id="0" name=""/>
        <dsp:cNvSpPr/>
      </dsp:nvSpPr>
      <dsp:spPr>
        <a:xfrm rot="5400000">
          <a:off x="-183699" y="4619784"/>
          <a:ext cx="1224665" cy="857266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5</a:t>
          </a:r>
          <a:endParaRPr lang="en-US" sz="2400" kern="1200" dirty="0"/>
        </a:p>
      </dsp:txBody>
      <dsp:txXfrm rot="-5400000">
        <a:off x="1" y="4864717"/>
        <a:ext cx="857266" cy="367399"/>
      </dsp:txXfrm>
    </dsp:sp>
    <dsp:sp modelId="{2B136130-2FCD-4F4E-8233-BC321DDF2834}">
      <dsp:nvSpPr>
        <dsp:cNvPr id="0" name=""/>
        <dsp:cNvSpPr/>
      </dsp:nvSpPr>
      <dsp:spPr>
        <a:xfrm rot="5400000">
          <a:off x="3993016" y="1300334"/>
          <a:ext cx="796032" cy="7067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REST &amp; SPA – Admin Tool</a:t>
          </a:r>
          <a:endParaRPr lang="en-US" sz="3900" kern="1200" dirty="0"/>
        </a:p>
      </dsp:txBody>
      <dsp:txXfrm rot="-5400000">
        <a:off x="857266" y="4474944"/>
        <a:ext cx="7028674" cy="718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3C9F9-09D3-4654-9E0D-BFD86665AC11}">
      <dsp:nvSpPr>
        <dsp:cNvPr id="0" name=""/>
        <dsp:cNvSpPr/>
      </dsp:nvSpPr>
      <dsp:spPr>
        <a:xfrm>
          <a:off x="1860610" y="1748061"/>
          <a:ext cx="2221862" cy="1922001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Shopping Cart</a:t>
          </a:r>
          <a:endParaRPr lang="en-US" sz="2700" kern="1200" dirty="0"/>
        </a:p>
      </dsp:txBody>
      <dsp:txXfrm>
        <a:off x="2228804" y="2066564"/>
        <a:ext cx="1485474" cy="1284995"/>
      </dsp:txXfrm>
    </dsp:sp>
    <dsp:sp modelId="{E7BF5792-194A-4316-A8D0-775D8680983E}">
      <dsp:nvSpPr>
        <dsp:cNvPr id="0" name=""/>
        <dsp:cNvSpPr/>
      </dsp:nvSpPr>
      <dsp:spPr>
        <a:xfrm>
          <a:off x="3251923" y="828514"/>
          <a:ext cx="838302" cy="722308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37C5E8E-CB92-49E8-B6A7-A53E98ACF89B}">
      <dsp:nvSpPr>
        <dsp:cNvPr id="0" name=""/>
        <dsp:cNvSpPr/>
      </dsp:nvSpPr>
      <dsp:spPr>
        <a:xfrm>
          <a:off x="2065275" y="0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Show</a:t>
          </a:r>
          <a:endParaRPr lang="en-US" sz="2700" kern="1200" dirty="0"/>
        </a:p>
      </dsp:txBody>
      <dsp:txXfrm>
        <a:off x="2367020" y="261045"/>
        <a:ext cx="1217310" cy="1053116"/>
      </dsp:txXfrm>
    </dsp:sp>
    <dsp:sp modelId="{0A4E9EFE-E1E8-4F34-B397-736CDC188834}">
      <dsp:nvSpPr>
        <dsp:cNvPr id="0" name=""/>
        <dsp:cNvSpPr/>
      </dsp:nvSpPr>
      <dsp:spPr>
        <a:xfrm>
          <a:off x="4230287" y="2178846"/>
          <a:ext cx="838302" cy="722308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350F580-FCAD-4B8E-BDA2-97891E70ED7D}">
      <dsp:nvSpPr>
        <dsp:cNvPr id="0" name=""/>
        <dsp:cNvSpPr/>
      </dsp:nvSpPr>
      <dsp:spPr>
        <a:xfrm>
          <a:off x="3735161" y="968857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Add</a:t>
          </a:r>
          <a:endParaRPr lang="en-US" sz="2700" kern="1200" dirty="0"/>
        </a:p>
      </dsp:txBody>
      <dsp:txXfrm>
        <a:off x="4036906" y="1229902"/>
        <a:ext cx="1217310" cy="1053116"/>
      </dsp:txXfrm>
    </dsp:sp>
    <dsp:sp modelId="{09F964F2-DB4B-487D-BFD1-5A024FE21807}">
      <dsp:nvSpPr>
        <dsp:cNvPr id="0" name=""/>
        <dsp:cNvSpPr/>
      </dsp:nvSpPr>
      <dsp:spPr>
        <a:xfrm>
          <a:off x="3550652" y="3703117"/>
          <a:ext cx="838302" cy="722308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09BAE54-0EFB-47AF-A9C2-811A6D98C03F}">
      <dsp:nvSpPr>
        <dsp:cNvPr id="0" name=""/>
        <dsp:cNvSpPr/>
      </dsp:nvSpPr>
      <dsp:spPr>
        <a:xfrm>
          <a:off x="3735161" y="2873519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Remove</a:t>
          </a:r>
          <a:endParaRPr lang="en-US" sz="2700" kern="1200" dirty="0"/>
        </a:p>
      </dsp:txBody>
      <dsp:txXfrm>
        <a:off x="4036906" y="3134564"/>
        <a:ext cx="1217310" cy="1053116"/>
      </dsp:txXfrm>
    </dsp:sp>
    <dsp:sp modelId="{8A1472B0-692B-491A-86FE-AB731BA0C4A3}">
      <dsp:nvSpPr>
        <dsp:cNvPr id="0" name=""/>
        <dsp:cNvSpPr/>
      </dsp:nvSpPr>
      <dsp:spPr>
        <a:xfrm>
          <a:off x="1864744" y="3861342"/>
          <a:ext cx="838302" cy="722308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A7934483-1CFB-405E-9DA3-2D73F32EC3C9}">
      <dsp:nvSpPr>
        <dsp:cNvPr id="0" name=""/>
        <dsp:cNvSpPr/>
      </dsp:nvSpPr>
      <dsp:spPr>
        <a:xfrm>
          <a:off x="2065275" y="3843460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Update</a:t>
          </a:r>
          <a:endParaRPr lang="en-US" sz="2700" kern="1200" dirty="0"/>
        </a:p>
      </dsp:txBody>
      <dsp:txXfrm>
        <a:off x="2367020" y="4104505"/>
        <a:ext cx="1217310" cy="1053116"/>
      </dsp:txXfrm>
    </dsp:sp>
    <dsp:sp modelId="{37F6118A-7409-49CC-A856-EAA03C9561D5}">
      <dsp:nvSpPr>
        <dsp:cNvPr id="0" name=""/>
        <dsp:cNvSpPr/>
      </dsp:nvSpPr>
      <dsp:spPr>
        <a:xfrm>
          <a:off x="870359" y="2511552"/>
          <a:ext cx="838302" cy="722308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E764CEA-56BF-4B14-9B27-7507AB823780}">
      <dsp:nvSpPr>
        <dsp:cNvPr id="0" name=""/>
        <dsp:cNvSpPr/>
      </dsp:nvSpPr>
      <dsp:spPr>
        <a:xfrm>
          <a:off x="387637" y="2874602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Clear</a:t>
          </a:r>
          <a:endParaRPr lang="en-US" sz="2700" kern="1200" dirty="0"/>
        </a:p>
      </dsp:txBody>
      <dsp:txXfrm>
        <a:off x="689382" y="3135647"/>
        <a:ext cx="1217310" cy="1053116"/>
      </dsp:txXfrm>
    </dsp:sp>
    <dsp:sp modelId="{291C8307-D7A3-4815-A530-913B04308770}">
      <dsp:nvSpPr>
        <dsp:cNvPr id="0" name=""/>
        <dsp:cNvSpPr/>
      </dsp:nvSpPr>
      <dsp:spPr>
        <a:xfrm>
          <a:off x="387637" y="966690"/>
          <a:ext cx="1820800" cy="1575206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List</a:t>
          </a:r>
          <a:endParaRPr lang="en-US" sz="2700" kern="1200" dirty="0"/>
        </a:p>
      </dsp:txBody>
      <dsp:txXfrm>
        <a:off x="689382" y="1227735"/>
        <a:ext cx="1217310" cy="1053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3/23/2021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93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39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4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3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0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3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24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26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7.xml"/><Relationship Id="rId7" Type="http://schemas.microsoft.com/office/2007/relationships/hdphoto" Target="../media/hdphoto4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9.xml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506720" y="4284596"/>
            <a:ext cx="6380480" cy="704980"/>
          </a:xfrm>
        </p:spPr>
        <p:txBody>
          <a:bodyPr>
            <a:noAutofit/>
          </a:bodyPr>
          <a:lstStyle/>
          <a:p>
            <a:r>
              <a:rPr lang="en-US" sz="2900" dirty="0"/>
              <a:t>Guide to building Shopping Cart Website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5715000" cy="5791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Vận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 smtClean="0"/>
          </a:p>
          <a:p>
            <a:pPr lvl="1"/>
            <a:r>
              <a:rPr lang="en-US" dirty="0" err="1" smtClean="0"/>
              <a:t>Thymeleaf</a:t>
            </a:r>
            <a:endParaRPr lang="en-US" dirty="0" smtClean="0"/>
          </a:p>
          <a:p>
            <a:pPr lvl="1"/>
            <a:r>
              <a:rPr lang="en-US" dirty="0" smtClean="0"/>
              <a:t>RESTful API</a:t>
            </a:r>
          </a:p>
          <a:p>
            <a:pPr lvl="1"/>
            <a:r>
              <a:rPr lang="en-US" dirty="0" smtClean="0"/>
              <a:t>Spring Security</a:t>
            </a:r>
          </a:p>
          <a:p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chuyên</a:t>
            </a:r>
            <a:r>
              <a:rPr lang="en-US" dirty="0" smtClean="0"/>
              <a:t> </a:t>
            </a:r>
            <a:r>
              <a:rPr lang="en-US" dirty="0" err="1" smtClean="0"/>
              <a:t>nghiệp</a:t>
            </a:r>
            <a:endParaRPr lang="en-US" dirty="0" smtClean="0"/>
          </a:p>
          <a:p>
            <a:pPr lvl="1"/>
            <a:r>
              <a:rPr lang="en-US" dirty="0" smtClean="0"/>
              <a:t>Front-End</a:t>
            </a:r>
          </a:p>
          <a:p>
            <a:pPr lvl="2"/>
            <a:r>
              <a:rPr lang="en-US" dirty="0" smtClean="0"/>
              <a:t>AngularJS: REST Consumer</a:t>
            </a:r>
          </a:p>
          <a:p>
            <a:pPr lvl="1"/>
            <a:r>
              <a:rPr lang="en-US" dirty="0" smtClean="0"/>
              <a:t>Back-End</a:t>
            </a:r>
          </a:p>
          <a:p>
            <a:pPr lvl="2"/>
            <a:r>
              <a:rPr lang="en-US" dirty="0" smtClean="0"/>
              <a:t>Controller</a:t>
            </a:r>
          </a:p>
          <a:p>
            <a:pPr lvl="2"/>
            <a:r>
              <a:rPr lang="en-US" dirty="0" smtClean="0"/>
              <a:t>BLL (Business Logic Layer)</a:t>
            </a:r>
          </a:p>
          <a:p>
            <a:pPr lvl="2"/>
            <a:r>
              <a:rPr lang="en-US" dirty="0" smtClean="0"/>
              <a:t>DAL (Data Access Layer)</a:t>
            </a:r>
          </a:p>
          <a:p>
            <a:pPr lvl="2"/>
            <a:r>
              <a:rPr lang="en-US" dirty="0" smtClean="0"/>
              <a:t>Storage</a:t>
            </a:r>
            <a:endParaRPr lang="en-US" dirty="0"/>
          </a:p>
        </p:txBody>
      </p:sp>
      <p:pic>
        <p:nvPicPr>
          <p:cNvPr id="1028" name="Picture 4" descr="Large Wire Shopping Cart H-4568 - Uli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975" y="1600200"/>
            <a:ext cx="3654425" cy="365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6477000" y="2895600"/>
            <a:ext cx="1676399" cy="10636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us 3"/>
          <p:cNvSpPr/>
          <p:nvPr/>
        </p:nvSpPr>
        <p:spPr>
          <a:xfrm>
            <a:off x="3352800" y="1676400"/>
            <a:ext cx="914400" cy="914400"/>
          </a:xfrm>
          <a:prstGeom prst="mathPlu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779657"/>
            <a:ext cx="37217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smtClean="0">
                <a:ln/>
                <a:solidFill>
                  <a:schemeClr val="accent3"/>
                </a:solidFill>
                <a:effectLst/>
              </a:rPr>
              <a:t>Lambda/Jackson</a:t>
            </a:r>
            <a:endParaRPr lang="en-US" sz="4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66497" y="5080139"/>
            <a:ext cx="317586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smtClean="0">
                <a:ln/>
                <a:solidFill>
                  <a:schemeClr val="accent3"/>
                </a:solidFill>
                <a:effectLst/>
              </a:rPr>
              <a:t>Shopping Cart</a:t>
            </a:r>
            <a:endParaRPr lang="en-US" sz="40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088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78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97861758"/>
              </p:ext>
            </p:extLst>
          </p:nvPr>
        </p:nvGraphicFramePr>
        <p:xfrm>
          <a:off x="1219200" y="733697"/>
          <a:ext cx="7924800" cy="5661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65457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Shopping Cart Analysis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79819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/>
          <p:cNvSpPr/>
          <p:nvPr/>
        </p:nvSpPr>
        <p:spPr>
          <a:xfrm>
            <a:off x="7147238" y="1247439"/>
            <a:ext cx="4054162" cy="48768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990600" y="1247439"/>
            <a:ext cx="4114800" cy="48768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752600" y="2303352"/>
            <a:ext cx="2743200" cy="92528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Hiển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thị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endParaRPr lang="en-US" b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752600" y="3642296"/>
            <a:ext cx="2743200" cy="92528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giỏ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752600" y="4981239"/>
            <a:ext cx="2743200" cy="92528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Đặt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US" b="1" dirty="0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đơn</a:t>
            </a:r>
            <a:endParaRPr lang="en-US" b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696200" y="2303352"/>
            <a:ext cx="2743200" cy="92528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96200" y="4981239"/>
            <a:ext cx="2743200" cy="92528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quyền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endParaRPr 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575343" y="2466639"/>
            <a:ext cx="1093568" cy="1114761"/>
            <a:chOff x="5555428" y="1552849"/>
            <a:chExt cx="1093568" cy="1909001"/>
          </a:xfrm>
        </p:grpSpPr>
        <p:grpSp>
          <p:nvGrpSpPr>
            <p:cNvPr id="24" name="Group 23"/>
            <p:cNvGrpSpPr/>
            <p:nvPr/>
          </p:nvGrpSpPr>
          <p:grpSpPr>
            <a:xfrm>
              <a:off x="5725886" y="1552849"/>
              <a:ext cx="762000" cy="1303020"/>
              <a:chOff x="5638800" y="609600"/>
              <a:chExt cx="762000" cy="130302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5791200" y="609600"/>
                <a:ext cx="457200" cy="457200"/>
              </a:xfrm>
              <a:prstGeom prst="ellips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>
                <a:stCxn id="8" idx="4"/>
              </p:cNvCxnSpPr>
              <p:nvPr/>
            </p:nvCxnSpPr>
            <p:spPr>
              <a:xfrm>
                <a:off x="6019800" y="1066800"/>
                <a:ext cx="0" cy="5334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715000" y="1219200"/>
                <a:ext cx="60960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>
                <a:off x="5638800" y="1607821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019800" y="1600200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5555428" y="2829378"/>
              <a:ext cx="1093568" cy="63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Customer</a:t>
              </a:r>
              <a:endParaRPr lang="en-US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745800" y="3901377"/>
            <a:ext cx="762000" cy="1114761"/>
            <a:chOff x="5725886" y="1552849"/>
            <a:chExt cx="762000" cy="1909001"/>
          </a:xfrm>
        </p:grpSpPr>
        <p:grpSp>
          <p:nvGrpSpPr>
            <p:cNvPr id="52" name="Group 51"/>
            <p:cNvGrpSpPr/>
            <p:nvPr/>
          </p:nvGrpSpPr>
          <p:grpSpPr>
            <a:xfrm>
              <a:off x="5725886" y="1552849"/>
              <a:ext cx="762000" cy="1303020"/>
              <a:chOff x="5638800" y="609600"/>
              <a:chExt cx="762000" cy="1303020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791200" y="609600"/>
                <a:ext cx="457200" cy="457200"/>
              </a:xfrm>
              <a:prstGeom prst="ellips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Connector 54"/>
              <p:cNvCxnSpPr>
                <a:stCxn id="54" idx="4"/>
              </p:cNvCxnSpPr>
              <p:nvPr/>
            </p:nvCxnSpPr>
            <p:spPr>
              <a:xfrm>
                <a:off x="6019800" y="1066800"/>
                <a:ext cx="0" cy="5334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5715000" y="1219200"/>
                <a:ext cx="60960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H="1">
                <a:off x="5638800" y="1607821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6019800" y="1600200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/>
            <p:cNvSpPr txBox="1"/>
            <p:nvPr/>
          </p:nvSpPr>
          <p:spPr>
            <a:xfrm>
              <a:off x="5795879" y="2829378"/>
              <a:ext cx="612668" cy="63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Staff</a:t>
              </a:r>
              <a:endParaRPr lang="en-US" dirty="0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650680" y="5362239"/>
            <a:ext cx="947247" cy="1114761"/>
            <a:chOff x="5628589" y="1552849"/>
            <a:chExt cx="947247" cy="1909001"/>
          </a:xfrm>
        </p:grpSpPr>
        <p:grpSp>
          <p:nvGrpSpPr>
            <p:cNvPr id="60" name="Group 59"/>
            <p:cNvGrpSpPr/>
            <p:nvPr/>
          </p:nvGrpSpPr>
          <p:grpSpPr>
            <a:xfrm>
              <a:off x="5725886" y="1552849"/>
              <a:ext cx="762000" cy="1303020"/>
              <a:chOff x="5638800" y="609600"/>
              <a:chExt cx="762000" cy="1303020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5791200" y="609600"/>
                <a:ext cx="457200" cy="457200"/>
              </a:xfrm>
              <a:prstGeom prst="ellips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3" name="Straight Connector 62"/>
              <p:cNvCxnSpPr>
                <a:stCxn id="62" idx="4"/>
              </p:cNvCxnSpPr>
              <p:nvPr/>
            </p:nvCxnSpPr>
            <p:spPr>
              <a:xfrm>
                <a:off x="6019800" y="1066800"/>
                <a:ext cx="0" cy="5334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715000" y="1219200"/>
                <a:ext cx="60960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5638800" y="1607821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1600200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/>
            <p:cNvSpPr txBox="1"/>
            <p:nvPr/>
          </p:nvSpPr>
          <p:spPr>
            <a:xfrm>
              <a:off x="5628589" y="2829378"/>
              <a:ext cx="947247" cy="63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Director</a:t>
              </a:r>
              <a:endParaRPr lang="en-US" dirty="0"/>
            </a:p>
          </p:txBody>
        </p:sp>
      </p:grpSp>
      <p:cxnSp>
        <p:nvCxnSpPr>
          <p:cNvPr id="68" name="Straight Arrow Connector 67"/>
          <p:cNvCxnSpPr>
            <a:stCxn id="54" idx="0"/>
            <a:endCxn id="25" idx="2"/>
          </p:cNvCxnSpPr>
          <p:nvPr/>
        </p:nvCxnSpPr>
        <p:spPr>
          <a:xfrm flipH="1" flipV="1">
            <a:off x="6122127" y="3581400"/>
            <a:ext cx="4673" cy="319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2" idx="0"/>
            <a:endCxn id="53" idx="2"/>
          </p:cNvCxnSpPr>
          <p:nvPr/>
        </p:nvCxnSpPr>
        <p:spPr>
          <a:xfrm flipH="1" flipV="1">
            <a:off x="6122127" y="5016138"/>
            <a:ext cx="6850" cy="34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73" idx="2"/>
            <a:endCxn id="2" idx="6"/>
          </p:cNvCxnSpPr>
          <p:nvPr/>
        </p:nvCxnSpPr>
        <p:spPr>
          <a:xfrm flipH="1">
            <a:off x="4495800" y="1173891"/>
            <a:ext cx="1409251" cy="1592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73" idx="2"/>
            <a:endCxn id="3" idx="6"/>
          </p:cNvCxnSpPr>
          <p:nvPr/>
        </p:nvCxnSpPr>
        <p:spPr>
          <a:xfrm flipH="1">
            <a:off x="4495800" y="1173891"/>
            <a:ext cx="1409251" cy="293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8" idx="2"/>
            <a:endCxn id="4" idx="6"/>
          </p:cNvCxnSpPr>
          <p:nvPr/>
        </p:nvCxnSpPr>
        <p:spPr>
          <a:xfrm flipH="1">
            <a:off x="4495800" y="2600130"/>
            <a:ext cx="1402401" cy="2843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4" idx="6"/>
            <a:endCxn id="5" idx="2"/>
          </p:cNvCxnSpPr>
          <p:nvPr/>
        </p:nvCxnSpPr>
        <p:spPr>
          <a:xfrm flipV="1">
            <a:off x="6355400" y="2765996"/>
            <a:ext cx="1340800" cy="126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2" idx="6"/>
            <a:endCxn id="7" idx="2"/>
          </p:cNvCxnSpPr>
          <p:nvPr/>
        </p:nvCxnSpPr>
        <p:spPr>
          <a:xfrm flipV="1">
            <a:off x="6357577" y="5443883"/>
            <a:ext cx="1338623" cy="51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685344" y="1372562"/>
            <a:ext cx="287771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Shopping Cart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890138" y="1372562"/>
            <a:ext cx="23553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Admin Tool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2050" name="Picture 2" descr="Why you should not use AngularJS | by mnemon1ck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047" y="2567745"/>
            <a:ext cx="359753" cy="35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Why you should not use AngularJS | by mnemon1ck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047" y="5262476"/>
            <a:ext cx="359753" cy="35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Why you should not use AngularJS | by mnemon1ck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228" y="5431447"/>
            <a:ext cx="359753" cy="35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Why you should not use AngularJS | by mnemon1ck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57" y="3925062"/>
            <a:ext cx="359753" cy="35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2540289"/>
            <a:ext cx="499174" cy="387210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5478544" y="1040400"/>
            <a:ext cx="1300869" cy="1114761"/>
            <a:chOff x="5451779" y="1552849"/>
            <a:chExt cx="1300869" cy="1909001"/>
          </a:xfrm>
        </p:grpSpPr>
        <p:grpSp>
          <p:nvGrpSpPr>
            <p:cNvPr id="69" name="Group 68"/>
            <p:cNvGrpSpPr/>
            <p:nvPr/>
          </p:nvGrpSpPr>
          <p:grpSpPr>
            <a:xfrm>
              <a:off x="5725886" y="1552849"/>
              <a:ext cx="762000" cy="1303020"/>
              <a:chOff x="5638800" y="609600"/>
              <a:chExt cx="762000" cy="1303020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5791200" y="609600"/>
                <a:ext cx="457200" cy="457200"/>
              </a:xfrm>
              <a:prstGeom prst="ellips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>
                <a:stCxn id="73" idx="4"/>
              </p:cNvCxnSpPr>
              <p:nvPr/>
            </p:nvCxnSpPr>
            <p:spPr>
              <a:xfrm>
                <a:off x="6019800" y="1066800"/>
                <a:ext cx="0" cy="5334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5715000" y="1219200"/>
                <a:ext cx="60960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5638800" y="1607821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6019800" y="1600200"/>
                <a:ext cx="381000" cy="304799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/>
            <p:cNvSpPr txBox="1"/>
            <p:nvPr/>
          </p:nvSpPr>
          <p:spPr>
            <a:xfrm>
              <a:off x="5451779" y="2829378"/>
              <a:ext cx="1300869" cy="6324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Anonymous</a:t>
              </a:r>
              <a:endParaRPr lang="en-US" dirty="0"/>
            </a:p>
          </p:txBody>
        </p:sp>
      </p:grpSp>
      <p:cxnSp>
        <p:nvCxnSpPr>
          <p:cNvPr id="81" name="Straight Arrow Connector 80"/>
          <p:cNvCxnSpPr>
            <a:stCxn id="8" idx="0"/>
            <a:endCxn id="71" idx="2"/>
          </p:cNvCxnSpPr>
          <p:nvPr/>
        </p:nvCxnSpPr>
        <p:spPr>
          <a:xfrm flipV="1">
            <a:off x="6126801" y="2155161"/>
            <a:ext cx="2178" cy="311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52" y="5034658"/>
            <a:ext cx="499174" cy="3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9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0" grpId="0" animBg="1"/>
      <p:bldP spid="2" grpId="0" animBg="1"/>
      <p:bldP spid="3" grpId="0" animBg="1"/>
      <p:bldP spid="4" grpId="0" animBg="1"/>
      <p:bldP spid="5" grpId="0" animBg="1"/>
      <p:bldP spid="7" grpId="0" animBg="1"/>
      <p:bldP spid="92" grpId="0"/>
      <p:bldP spid="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705600" y="3352800"/>
            <a:ext cx="4876800" cy="30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6096000" cy="563880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Hiển</a:t>
            </a:r>
            <a:r>
              <a:rPr lang="en-US" b="1" dirty="0" smtClean="0"/>
              <a:t> </a:t>
            </a:r>
            <a:r>
              <a:rPr lang="en-US" b="1" dirty="0" err="1" smtClean="0"/>
              <a:t>thị</a:t>
            </a:r>
            <a:r>
              <a:rPr lang="en-US" b="1" dirty="0" smtClean="0"/>
              <a:t> </a:t>
            </a:r>
            <a:r>
              <a:rPr lang="en-US" b="1" dirty="0" err="1" smtClean="0"/>
              <a:t>hàng</a:t>
            </a:r>
            <a:r>
              <a:rPr lang="en-US" b="1" dirty="0" smtClean="0"/>
              <a:t> </a:t>
            </a:r>
            <a:r>
              <a:rPr lang="en-US" b="1" dirty="0" err="1" smtClean="0"/>
              <a:t>hóa</a:t>
            </a:r>
            <a:endParaRPr lang="en-US" b="1" dirty="0" smtClean="0"/>
          </a:p>
          <a:p>
            <a:pPr lvl="1"/>
            <a:r>
              <a:rPr lang="en-US" dirty="0" err="1" smtClean="0">
                <a:solidFill>
                  <a:srgbClr val="00B050"/>
                </a:solidFill>
              </a:rPr>
              <a:t>Tìm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kiếm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theo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loại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 err="1" smtClean="0">
                <a:solidFill>
                  <a:srgbClr val="00B050"/>
                </a:solidFill>
              </a:rPr>
              <a:t>Xem</a:t>
            </a:r>
            <a:r>
              <a:rPr lang="en-US" dirty="0" smtClean="0">
                <a:solidFill>
                  <a:srgbClr val="00B050"/>
                </a:solidFill>
              </a:rPr>
              <a:t> chi </a:t>
            </a:r>
            <a:r>
              <a:rPr lang="en-US" dirty="0" err="1" smtClean="0">
                <a:solidFill>
                  <a:srgbClr val="00B050"/>
                </a:solidFill>
              </a:rPr>
              <a:t>tiết</a:t>
            </a:r>
            <a:r>
              <a:rPr lang="en-US" dirty="0" smtClean="0">
                <a:solidFill>
                  <a:srgbClr val="00B050"/>
                </a:solidFill>
              </a:rPr>
              <a:t>, </a:t>
            </a:r>
            <a:r>
              <a:rPr lang="en-US" dirty="0" err="1" smtClean="0">
                <a:solidFill>
                  <a:srgbClr val="00B050"/>
                </a:solidFill>
              </a:rPr>
              <a:t>hàng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cùng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loại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b="1" dirty="0" err="1" smtClean="0"/>
              <a:t>Quản</a:t>
            </a:r>
            <a:r>
              <a:rPr lang="en-US" b="1" dirty="0" smtClean="0"/>
              <a:t> </a:t>
            </a:r>
            <a:r>
              <a:rPr lang="en-US" b="1" dirty="0" err="1" smtClean="0"/>
              <a:t>lý</a:t>
            </a:r>
            <a:r>
              <a:rPr lang="en-US" b="1" dirty="0" smtClean="0"/>
              <a:t> </a:t>
            </a:r>
            <a:r>
              <a:rPr lang="en-US" b="1" dirty="0" err="1" smtClean="0"/>
              <a:t>giỏ</a:t>
            </a:r>
            <a:r>
              <a:rPr lang="en-US" b="1" dirty="0" smtClean="0"/>
              <a:t> </a:t>
            </a:r>
            <a:r>
              <a:rPr lang="en-US" b="1" dirty="0" err="1" smtClean="0"/>
              <a:t>hàng</a:t>
            </a:r>
            <a:endParaRPr lang="en-US" b="1" dirty="0" smtClean="0"/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Hiển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thị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thông</a:t>
            </a:r>
            <a:r>
              <a:rPr lang="en-US" dirty="0" smtClean="0">
                <a:solidFill>
                  <a:srgbClr val="FF3300"/>
                </a:solidFill>
              </a:rPr>
              <a:t> tin </a:t>
            </a:r>
            <a:r>
              <a:rPr lang="en-US" dirty="0" err="1" smtClean="0">
                <a:solidFill>
                  <a:srgbClr val="FF3300"/>
                </a:solidFill>
              </a:rPr>
              <a:t>tổng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hợp</a:t>
            </a:r>
            <a:endParaRPr lang="en-US" dirty="0" smtClean="0">
              <a:solidFill>
                <a:srgbClr val="FF3300"/>
              </a:solidFill>
            </a:endParaRPr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Danh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sách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mặt</a:t>
            </a:r>
            <a:r>
              <a:rPr lang="en-US" dirty="0" smtClean="0">
                <a:solidFill>
                  <a:srgbClr val="FF3300"/>
                </a:solidFill>
              </a:rPr>
              <a:t> hang </a:t>
            </a:r>
            <a:r>
              <a:rPr lang="en-US" dirty="0" err="1" smtClean="0">
                <a:solidFill>
                  <a:srgbClr val="FF3300"/>
                </a:solidFill>
              </a:rPr>
              <a:t>đã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chọn</a:t>
            </a:r>
            <a:endParaRPr lang="en-US" dirty="0" smtClean="0">
              <a:solidFill>
                <a:srgbClr val="FF3300"/>
              </a:solidFill>
            </a:endParaRPr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Thêm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vào</a:t>
            </a:r>
            <a:endParaRPr lang="en-US" dirty="0" smtClean="0">
              <a:solidFill>
                <a:srgbClr val="FF3300"/>
              </a:solidFill>
            </a:endParaRPr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Xóa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bớt</a:t>
            </a:r>
            <a:endParaRPr lang="en-US" dirty="0" smtClean="0">
              <a:solidFill>
                <a:srgbClr val="FF3300"/>
              </a:solidFill>
            </a:endParaRPr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Thay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đổi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số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lượng</a:t>
            </a:r>
            <a:endParaRPr lang="en-US" dirty="0" smtClean="0">
              <a:solidFill>
                <a:srgbClr val="FF3300"/>
              </a:solidFill>
            </a:endParaRPr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Xóa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sạch</a:t>
            </a:r>
            <a:endParaRPr lang="en-US" dirty="0" smtClean="0">
              <a:solidFill>
                <a:srgbClr val="FF33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05600" y="1066800"/>
            <a:ext cx="48768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đặt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endParaRPr lang="en-US" b="1" dirty="0"/>
          </a:p>
          <a:p>
            <a:pPr lvl="1"/>
            <a:r>
              <a:rPr lang="en-US" dirty="0" err="1">
                <a:solidFill>
                  <a:srgbClr val="FF3300"/>
                </a:solidFill>
              </a:rPr>
              <a:t>Đặt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hàng</a:t>
            </a:r>
            <a:endParaRPr lang="en-US" dirty="0">
              <a:solidFill>
                <a:srgbClr val="FF3300"/>
              </a:solidFill>
            </a:endParaRP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Hiển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thị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danh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sách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đơn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hàng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Hiển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thị</a:t>
            </a:r>
            <a:r>
              <a:rPr lang="en-US" dirty="0">
                <a:solidFill>
                  <a:srgbClr val="00B050"/>
                </a:solidFill>
              </a:rPr>
              <a:t> chi </a:t>
            </a:r>
            <a:r>
              <a:rPr lang="en-US" dirty="0" err="1">
                <a:solidFill>
                  <a:srgbClr val="00B050"/>
                </a:solidFill>
              </a:rPr>
              <a:t>tiết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đơn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hàng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b="1" dirty="0" err="1" smtClean="0"/>
              <a:t>Quản</a:t>
            </a:r>
            <a:r>
              <a:rPr lang="en-US" b="1" dirty="0" smtClean="0"/>
              <a:t> </a:t>
            </a:r>
            <a:r>
              <a:rPr lang="en-US" b="1" dirty="0" err="1" smtClean="0"/>
              <a:t>lý</a:t>
            </a:r>
            <a:r>
              <a:rPr lang="en-US" b="1" dirty="0" smtClean="0"/>
              <a:t> </a:t>
            </a:r>
            <a:r>
              <a:rPr lang="en-US" b="1" dirty="0" err="1" smtClean="0"/>
              <a:t>hàng</a:t>
            </a:r>
            <a:r>
              <a:rPr lang="en-US" b="1" dirty="0" smtClean="0"/>
              <a:t> </a:t>
            </a:r>
            <a:r>
              <a:rPr lang="en-US" b="1" dirty="0" err="1" smtClean="0"/>
              <a:t>hóa</a:t>
            </a:r>
            <a:endParaRPr lang="en-US" b="1" dirty="0" smtClean="0"/>
          </a:p>
          <a:p>
            <a:pPr lvl="1"/>
            <a:r>
              <a:rPr lang="en-US" dirty="0" err="1" smtClean="0">
                <a:solidFill>
                  <a:srgbClr val="FF3300"/>
                </a:solidFill>
              </a:rPr>
              <a:t>Xem</a:t>
            </a:r>
            <a:r>
              <a:rPr lang="en-US" dirty="0" smtClean="0">
                <a:solidFill>
                  <a:srgbClr val="FF3300"/>
                </a:solidFill>
              </a:rPr>
              <a:t>, </a:t>
            </a:r>
            <a:r>
              <a:rPr lang="en-US" dirty="0" err="1" smtClean="0">
                <a:solidFill>
                  <a:srgbClr val="FF3300"/>
                </a:solidFill>
              </a:rPr>
              <a:t>thêm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sửa</a:t>
            </a:r>
            <a:r>
              <a:rPr lang="en-US" dirty="0" smtClean="0">
                <a:solidFill>
                  <a:srgbClr val="FF3300"/>
                </a:solidFill>
              </a:rPr>
              <a:t>, </a:t>
            </a:r>
            <a:r>
              <a:rPr lang="en-US" dirty="0" err="1" smtClean="0">
                <a:solidFill>
                  <a:srgbClr val="FF3300"/>
                </a:solidFill>
              </a:rPr>
              <a:t>xóa</a:t>
            </a:r>
            <a:r>
              <a:rPr lang="en-US" dirty="0" smtClean="0">
                <a:solidFill>
                  <a:srgbClr val="FF3300"/>
                </a:solidFill>
              </a:rPr>
              <a:t>, </a:t>
            </a:r>
            <a:r>
              <a:rPr lang="en-US" dirty="0" err="1" smtClean="0">
                <a:solidFill>
                  <a:srgbClr val="FF3300"/>
                </a:solidFill>
              </a:rPr>
              <a:t>phân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err="1" smtClean="0">
                <a:solidFill>
                  <a:srgbClr val="FF3300"/>
                </a:solidFill>
              </a:rPr>
              <a:t>trang</a:t>
            </a:r>
            <a:endParaRPr lang="en-US" dirty="0" smtClean="0">
              <a:solidFill>
                <a:srgbClr val="FF3300"/>
              </a:solidFill>
            </a:endParaRPr>
          </a:p>
          <a:p>
            <a:r>
              <a:rPr lang="en-US" b="1" dirty="0" err="1" smtClean="0"/>
              <a:t>Phân</a:t>
            </a:r>
            <a:r>
              <a:rPr lang="en-US" b="1" dirty="0" smtClean="0"/>
              <a:t> </a:t>
            </a:r>
            <a:r>
              <a:rPr lang="en-US" b="1" dirty="0" err="1" smtClean="0"/>
              <a:t>quyền</a:t>
            </a:r>
            <a:r>
              <a:rPr lang="en-US" b="1" dirty="0" smtClean="0"/>
              <a:t> </a:t>
            </a:r>
            <a:r>
              <a:rPr lang="en-US" b="1" dirty="0" err="1" smtClean="0"/>
              <a:t>sử</a:t>
            </a:r>
            <a:r>
              <a:rPr lang="en-US" b="1" dirty="0" smtClean="0"/>
              <a:t> </a:t>
            </a:r>
            <a:r>
              <a:rPr lang="en-US" b="1" dirty="0" err="1" smtClean="0"/>
              <a:t>dụng</a:t>
            </a:r>
            <a:endParaRPr lang="en-US" b="1" dirty="0" smtClean="0"/>
          </a:p>
          <a:p>
            <a:pPr lvl="1"/>
            <a:r>
              <a:rPr lang="en-US" dirty="0" smtClean="0">
                <a:solidFill>
                  <a:srgbClr val="FF3300"/>
                </a:solidFill>
              </a:rPr>
              <a:t>Authorize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6177" y="5717458"/>
            <a:ext cx="23459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Single Page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860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3733800" y="974870"/>
            <a:ext cx="7848600" cy="34447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Architecture Model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4548715"/>
            <a:ext cx="10972800" cy="214188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@Entity</a:t>
            </a:r>
          </a:p>
          <a:p>
            <a:r>
              <a:rPr lang="en-US" dirty="0" smtClean="0"/>
              <a:t>DAO extends </a:t>
            </a:r>
            <a:r>
              <a:rPr lang="en-US" dirty="0" err="1" smtClean="0"/>
              <a:t>JpaRepository</a:t>
            </a:r>
            <a:r>
              <a:rPr lang="en-US" dirty="0" smtClean="0"/>
              <a:t> (Data Access Layer (DAL))</a:t>
            </a:r>
          </a:p>
          <a:p>
            <a:r>
              <a:rPr lang="en-US" dirty="0" smtClean="0"/>
              <a:t>@Service (Business Logic Layer(BLL))</a:t>
            </a:r>
          </a:p>
          <a:p>
            <a:r>
              <a:rPr lang="en-US" dirty="0" smtClean="0"/>
              <a:t>@Controller, @</a:t>
            </a:r>
            <a:r>
              <a:rPr lang="en-US" dirty="0" err="1" smtClean="0"/>
              <a:t>RestController</a:t>
            </a:r>
            <a:endParaRPr lang="en-US" dirty="0" smtClean="0"/>
          </a:p>
          <a:p>
            <a:r>
              <a:rPr lang="en-US" dirty="0" smtClean="0"/>
              <a:t>DTO (Data Transfer Object)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10363200" y="3046112"/>
            <a:ext cx="838200" cy="765048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sp>
        <p:nvSpPr>
          <p:cNvPr id="6" name="Frame 5"/>
          <p:cNvSpPr/>
          <p:nvPr/>
        </p:nvSpPr>
        <p:spPr>
          <a:xfrm rot="16200000">
            <a:off x="8373030" y="3099865"/>
            <a:ext cx="1523270" cy="657542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DAL - DAO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6815725" y="3099865"/>
            <a:ext cx="1523270" cy="6575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BLL - Service</a:t>
            </a:r>
            <a:endParaRPr lang="en-US" dirty="0"/>
          </a:p>
        </p:txBody>
      </p:sp>
      <p:sp>
        <p:nvSpPr>
          <p:cNvPr id="9" name="Flowchart: Multidocument 8"/>
          <p:cNvSpPr/>
          <p:nvPr/>
        </p:nvSpPr>
        <p:spPr>
          <a:xfrm>
            <a:off x="7848600" y="1180549"/>
            <a:ext cx="1524000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Entity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609600" y="3002895"/>
            <a:ext cx="1981200" cy="8514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Browsers</a:t>
            </a:r>
          </a:p>
          <a:p>
            <a:pPr algn="ctr"/>
            <a:r>
              <a:rPr lang="en-US" dirty="0"/>
              <a:t>AngularJS</a:t>
            </a:r>
          </a:p>
        </p:txBody>
      </p:sp>
      <p:cxnSp>
        <p:nvCxnSpPr>
          <p:cNvPr id="27" name="Straight Arrow Connector 26"/>
          <p:cNvCxnSpPr>
            <a:stCxn id="24" idx="3"/>
            <a:endCxn id="31" idx="0"/>
          </p:cNvCxnSpPr>
          <p:nvPr/>
        </p:nvCxnSpPr>
        <p:spPr>
          <a:xfrm>
            <a:off x="2590800" y="3428636"/>
            <a:ext cx="15613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 rot="16200000">
            <a:off x="3714734" y="3104405"/>
            <a:ext cx="1523270" cy="6484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Interceptor</a:t>
            </a:r>
            <a:endParaRPr lang="en-US" dirty="0"/>
          </a:p>
        </p:txBody>
      </p:sp>
      <p:cxnSp>
        <p:nvCxnSpPr>
          <p:cNvPr id="56" name="Elbow Connector 55"/>
          <p:cNvCxnSpPr>
            <a:stCxn id="51" idx="3"/>
            <a:endCxn id="44" idx="2"/>
          </p:cNvCxnSpPr>
          <p:nvPr/>
        </p:nvCxnSpPr>
        <p:spPr>
          <a:xfrm rot="5400000" flipH="1" flipV="1">
            <a:off x="6008770" y="2076146"/>
            <a:ext cx="606681" cy="575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8" idx="3"/>
            <a:endCxn id="9" idx="2"/>
          </p:cNvCxnSpPr>
          <p:nvPr/>
        </p:nvCxnSpPr>
        <p:spPr>
          <a:xfrm rot="5400000" flipH="1" flipV="1">
            <a:off x="7737653" y="1900028"/>
            <a:ext cx="606681" cy="9272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6" idx="3"/>
            <a:endCxn id="9" idx="2"/>
          </p:cNvCxnSpPr>
          <p:nvPr/>
        </p:nvCxnSpPr>
        <p:spPr>
          <a:xfrm rot="16200000" flipV="1">
            <a:off x="8516306" y="2048641"/>
            <a:ext cx="606681" cy="6300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4" idx="2"/>
            <a:endCxn id="6" idx="2"/>
          </p:cNvCxnSpPr>
          <p:nvPr/>
        </p:nvCxnSpPr>
        <p:spPr>
          <a:xfrm flipH="1">
            <a:off x="9463436" y="3428636"/>
            <a:ext cx="8997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" idx="0"/>
            <a:endCxn id="8" idx="2"/>
          </p:cNvCxnSpPr>
          <p:nvPr/>
        </p:nvCxnSpPr>
        <p:spPr>
          <a:xfrm flipH="1">
            <a:off x="7906131" y="3428636"/>
            <a:ext cx="8997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51" idx="0"/>
            <a:endCxn id="31" idx="2"/>
          </p:cNvCxnSpPr>
          <p:nvPr/>
        </p:nvCxnSpPr>
        <p:spPr>
          <a:xfrm flipH="1">
            <a:off x="4800600" y="3428636"/>
            <a:ext cx="8997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Multidocument 43"/>
          <p:cNvSpPr/>
          <p:nvPr/>
        </p:nvSpPr>
        <p:spPr>
          <a:xfrm>
            <a:off x="5943600" y="1180549"/>
            <a:ext cx="1524000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DTO</a:t>
            </a:r>
            <a:endParaRPr lang="en-US" dirty="0"/>
          </a:p>
        </p:txBody>
      </p:sp>
      <p:cxnSp>
        <p:nvCxnSpPr>
          <p:cNvPr id="46" name="Elbow Connector 45"/>
          <p:cNvCxnSpPr>
            <a:stCxn id="8" idx="3"/>
            <a:endCxn id="44" idx="2"/>
          </p:cNvCxnSpPr>
          <p:nvPr/>
        </p:nvCxnSpPr>
        <p:spPr>
          <a:xfrm rot="16200000" flipV="1">
            <a:off x="6785153" y="1874794"/>
            <a:ext cx="606681" cy="9777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 rot="16200000">
            <a:off x="5262960" y="3104405"/>
            <a:ext cx="1523270" cy="6484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Controller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8" idx="0"/>
            <a:endCxn id="51" idx="2"/>
          </p:cNvCxnSpPr>
          <p:nvPr/>
        </p:nvCxnSpPr>
        <p:spPr>
          <a:xfrm flipH="1">
            <a:off x="6348826" y="3428636"/>
            <a:ext cx="8997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34222" y="3046112"/>
            <a:ext cx="58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DTO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7992228" y="3046112"/>
            <a:ext cx="72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1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0"/>
                            </p:stCondLst>
                            <p:childTnLst>
                              <p:par>
                                <p:cTn id="1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7" grpId="0" build="p"/>
      <p:bldP spid="4" grpId="0" animBg="1"/>
      <p:bldP spid="6" grpId="0" animBg="1"/>
      <p:bldP spid="8" grpId="0" animBg="1"/>
      <p:bldP spid="9" grpId="0" animBg="1"/>
      <p:bldP spid="24" grpId="0" animBg="1"/>
      <p:bldP spid="31" grpId="0" animBg="1"/>
      <p:bldP spid="44" grpId="0" animBg="1"/>
      <p:bldP spid="51" grpId="0" animBg="1"/>
      <p:bldP spid="76" grpId="0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609600" y="990600"/>
            <a:ext cx="1097280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ame 5"/>
          <p:cNvSpPr/>
          <p:nvPr/>
        </p:nvSpPr>
        <p:spPr>
          <a:xfrm rot="16200000">
            <a:off x="6042407" y="2537572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ame 47"/>
          <p:cNvSpPr/>
          <p:nvPr/>
        </p:nvSpPr>
        <p:spPr>
          <a:xfrm rot="16200000">
            <a:off x="-22971" y="2537024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ame 48"/>
          <p:cNvSpPr/>
          <p:nvPr/>
        </p:nvSpPr>
        <p:spPr>
          <a:xfrm rot="16200000">
            <a:off x="2994407" y="2537025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Server-side Technology Architecture Model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9829800" y="2665691"/>
            <a:ext cx="1295400" cy="1221088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DB</a:t>
            </a:r>
            <a:endParaRPr lang="en-US" sz="2400" dirty="0"/>
          </a:p>
        </p:txBody>
      </p:sp>
      <p:sp>
        <p:nvSpPr>
          <p:cNvPr id="5" name="Oval 4"/>
          <p:cNvSpPr/>
          <p:nvPr/>
        </p:nvSpPr>
        <p:spPr>
          <a:xfrm>
            <a:off x="1445880" y="1905000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C1</a:t>
            </a:r>
            <a:endParaRPr lang="en-US" sz="2400" dirty="0"/>
          </a:p>
        </p:txBody>
      </p:sp>
      <p:sp>
        <p:nvSpPr>
          <p:cNvPr id="26" name="Oval 25"/>
          <p:cNvSpPr/>
          <p:nvPr/>
        </p:nvSpPr>
        <p:spPr>
          <a:xfrm>
            <a:off x="1445880" y="2940836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C2</a:t>
            </a:r>
            <a:endParaRPr lang="en-US" sz="2400" dirty="0"/>
          </a:p>
        </p:txBody>
      </p:sp>
      <p:sp>
        <p:nvSpPr>
          <p:cNvPr id="28" name="Oval 27"/>
          <p:cNvSpPr/>
          <p:nvPr/>
        </p:nvSpPr>
        <p:spPr>
          <a:xfrm>
            <a:off x="1445880" y="3978710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C3</a:t>
            </a:r>
            <a:endParaRPr lang="en-US" sz="2400" dirty="0"/>
          </a:p>
        </p:txBody>
      </p:sp>
      <p:sp>
        <p:nvSpPr>
          <p:cNvPr id="29" name="Oval 28"/>
          <p:cNvSpPr/>
          <p:nvPr/>
        </p:nvSpPr>
        <p:spPr>
          <a:xfrm>
            <a:off x="4463259" y="1905000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S1</a:t>
            </a:r>
            <a:endParaRPr lang="en-US" sz="2400" dirty="0"/>
          </a:p>
        </p:txBody>
      </p:sp>
      <p:sp>
        <p:nvSpPr>
          <p:cNvPr id="30" name="Oval 29"/>
          <p:cNvSpPr/>
          <p:nvPr/>
        </p:nvSpPr>
        <p:spPr>
          <a:xfrm>
            <a:off x="4463259" y="2940836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S2</a:t>
            </a:r>
            <a:endParaRPr lang="en-US" sz="2400" dirty="0"/>
          </a:p>
        </p:txBody>
      </p:sp>
      <p:sp>
        <p:nvSpPr>
          <p:cNvPr id="32" name="Oval 31"/>
          <p:cNvSpPr/>
          <p:nvPr/>
        </p:nvSpPr>
        <p:spPr>
          <a:xfrm>
            <a:off x="4463259" y="3978710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S3</a:t>
            </a:r>
            <a:endParaRPr lang="en-US" sz="2400" dirty="0"/>
          </a:p>
        </p:txBody>
      </p:sp>
      <p:sp>
        <p:nvSpPr>
          <p:cNvPr id="33" name="Oval 32"/>
          <p:cNvSpPr/>
          <p:nvPr/>
        </p:nvSpPr>
        <p:spPr>
          <a:xfrm>
            <a:off x="7536811" y="1905000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34" name="Oval 33"/>
          <p:cNvSpPr/>
          <p:nvPr/>
        </p:nvSpPr>
        <p:spPr>
          <a:xfrm>
            <a:off x="7536811" y="2940836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35" name="Oval 34"/>
          <p:cNvSpPr/>
          <p:nvPr/>
        </p:nvSpPr>
        <p:spPr>
          <a:xfrm>
            <a:off x="7536811" y="3978710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3</a:t>
            </a:r>
            <a:endParaRPr lang="en-US" sz="2400" dirty="0"/>
          </a:p>
        </p:txBody>
      </p:sp>
      <p:cxnSp>
        <p:nvCxnSpPr>
          <p:cNvPr id="11" name="Straight Arrow Connector 10"/>
          <p:cNvCxnSpPr>
            <a:stCxn id="5" idx="6"/>
            <a:endCxn id="29" idx="2"/>
          </p:cNvCxnSpPr>
          <p:nvPr/>
        </p:nvCxnSpPr>
        <p:spPr>
          <a:xfrm>
            <a:off x="2166141" y="2240400"/>
            <a:ext cx="229711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6"/>
            <a:endCxn id="30" idx="2"/>
          </p:cNvCxnSpPr>
          <p:nvPr/>
        </p:nvCxnSpPr>
        <p:spPr>
          <a:xfrm>
            <a:off x="2166141" y="2240400"/>
            <a:ext cx="2297118" cy="10358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0" idx="6"/>
            <a:endCxn id="34" idx="2"/>
          </p:cNvCxnSpPr>
          <p:nvPr/>
        </p:nvCxnSpPr>
        <p:spPr>
          <a:xfrm>
            <a:off x="5183520" y="3276236"/>
            <a:ext cx="23532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0" idx="6"/>
            <a:endCxn id="35" idx="2"/>
          </p:cNvCxnSpPr>
          <p:nvPr/>
        </p:nvCxnSpPr>
        <p:spPr>
          <a:xfrm>
            <a:off x="5183520" y="3276236"/>
            <a:ext cx="2353291" cy="10378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33" idx="6"/>
            <a:endCxn id="4" idx="2"/>
          </p:cNvCxnSpPr>
          <p:nvPr/>
        </p:nvCxnSpPr>
        <p:spPr>
          <a:xfrm>
            <a:off x="8257072" y="2240400"/>
            <a:ext cx="1572728" cy="10358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4" idx="6"/>
            <a:endCxn id="4" idx="2"/>
          </p:cNvCxnSpPr>
          <p:nvPr/>
        </p:nvCxnSpPr>
        <p:spPr>
          <a:xfrm flipV="1">
            <a:off x="8257072" y="3276235"/>
            <a:ext cx="1572728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35" idx="6"/>
            <a:endCxn id="4" idx="2"/>
          </p:cNvCxnSpPr>
          <p:nvPr/>
        </p:nvCxnSpPr>
        <p:spPr>
          <a:xfrm flipV="1">
            <a:off x="8257072" y="3276235"/>
            <a:ext cx="1572728" cy="10378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56455" y="5646499"/>
            <a:ext cx="18991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FF9900"/>
                </a:solidFill>
                <a:effectLst/>
              </a:rPr>
              <a:t>Controller</a:t>
            </a:r>
            <a:endParaRPr lang="en-US" sz="3200" b="1" cap="none" spc="0" dirty="0">
              <a:ln/>
              <a:solidFill>
                <a:srgbClr val="FF9900"/>
              </a:solidFill>
              <a:effectLst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119318" y="5635067"/>
            <a:ext cx="1408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7030A0"/>
                </a:solidFill>
                <a:effectLst/>
              </a:rPr>
              <a:t>Service</a:t>
            </a:r>
            <a:endParaRPr lang="en-US" sz="3200" b="1" cap="none" spc="0" dirty="0">
              <a:ln/>
              <a:solidFill>
                <a:srgbClr val="7030A0"/>
              </a:solidFill>
              <a:effectLst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859862" y="5646499"/>
            <a:ext cx="2023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00B0F0"/>
                </a:solidFill>
                <a:effectLst/>
              </a:rPr>
              <a:t>Repository</a:t>
            </a:r>
            <a:endParaRPr lang="en-US" sz="3200" b="1" cap="none" spc="0" dirty="0">
              <a:ln/>
              <a:solidFill>
                <a:srgbClr val="00B0F0"/>
              </a:solidFill>
              <a:effectLst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90783" y="5638800"/>
            <a:ext cx="177343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C00000"/>
                </a:solidFill>
                <a:effectLst/>
              </a:rPr>
              <a:t>Database</a:t>
            </a:r>
            <a:endParaRPr lang="en-US" sz="3200" b="1" cap="none" spc="0" dirty="0">
              <a:ln/>
              <a:solidFill>
                <a:srgbClr val="C00000"/>
              </a:solidFill>
              <a:effectLst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89188" y="6159898"/>
            <a:ext cx="163365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FF9900"/>
                </a:solidFill>
                <a:effectLst/>
              </a:rPr>
              <a:t>(Behaviors)</a:t>
            </a:r>
            <a:endParaRPr lang="en-US" sz="2400" b="1" cap="none" spc="0" dirty="0">
              <a:ln/>
              <a:solidFill>
                <a:srgbClr val="FF9900"/>
              </a:solidFill>
              <a:effectLst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114158" y="6148466"/>
            <a:ext cx="14184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7030A0"/>
                </a:solidFill>
                <a:effectLst/>
              </a:rPr>
              <a:t>(Services)</a:t>
            </a:r>
            <a:endParaRPr lang="en-US" sz="2400" b="1" cap="none" spc="0" dirty="0">
              <a:ln/>
              <a:solidFill>
                <a:srgbClr val="7030A0"/>
              </a:solidFill>
              <a:effectLst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332747" y="6159898"/>
            <a:ext cx="10772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00B0F0"/>
                </a:solidFill>
                <a:effectLst/>
              </a:rPr>
              <a:t>(DAOs)</a:t>
            </a:r>
            <a:endParaRPr lang="en-US" sz="2400" b="1" cap="none" spc="0" dirty="0">
              <a:ln/>
              <a:solidFill>
                <a:srgbClr val="00B0F0"/>
              </a:solidFill>
              <a:effectLst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888654" y="6152199"/>
            <a:ext cx="117769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C00000"/>
                </a:solidFill>
                <a:effectLst/>
              </a:rPr>
              <a:t>(Tables)</a:t>
            </a:r>
            <a:endParaRPr lang="en-US" sz="2400" b="1" cap="none" spc="0" dirty="0">
              <a:ln/>
              <a:solidFill>
                <a:srgbClr val="C00000"/>
              </a:solidFill>
              <a:effectLst/>
            </a:endParaRPr>
          </a:p>
        </p:txBody>
      </p:sp>
      <p:sp>
        <p:nvSpPr>
          <p:cNvPr id="63" name="Flowchart: Multidocument 62"/>
          <p:cNvSpPr/>
          <p:nvPr/>
        </p:nvSpPr>
        <p:spPr>
          <a:xfrm>
            <a:off x="5805342" y="2123418"/>
            <a:ext cx="1102105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Entity</a:t>
            </a:r>
            <a:endParaRPr lang="en-US" sz="2400" dirty="0"/>
          </a:p>
        </p:txBody>
      </p:sp>
      <p:sp>
        <p:nvSpPr>
          <p:cNvPr id="64" name="Flowchart: Multidocument 63"/>
          <p:cNvSpPr/>
          <p:nvPr/>
        </p:nvSpPr>
        <p:spPr>
          <a:xfrm>
            <a:off x="2784095" y="3267193"/>
            <a:ext cx="1102105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735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000"/>
                            </p:stCondLst>
                            <p:childTnLst>
                              <p:par>
                                <p:cTn id="1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8" grpId="0" animBg="1"/>
      <p:bldP spid="49" grpId="0" animBg="1"/>
      <p:bldP spid="4" grpId="0" animBg="1"/>
      <p:bldP spid="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25" grpId="0"/>
      <p:bldP spid="52" grpId="0"/>
      <p:bldP spid="53" grpId="0"/>
      <p:bldP spid="55" grpId="0"/>
      <p:bldP spid="57" grpId="0"/>
      <p:bldP spid="59" grpId="0"/>
      <p:bldP spid="61" grpId="0"/>
      <p:bldP spid="62" grpId="0"/>
      <p:bldP spid="63" grpId="0" animBg="1"/>
      <p:bldP spid="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06633"/>
            <a:ext cx="10972800" cy="53989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Database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146074" y="2438400"/>
            <a:ext cx="5436326" cy="4343400"/>
          </a:xfrm>
          <a:prstGeom prst="rect">
            <a:avLst/>
          </a:prstGeom>
          <a:solidFill>
            <a:srgbClr val="F2F2F2">
              <a:alpha val="25882"/>
            </a:srgbClr>
          </a:solidFill>
          <a:ln w="3175">
            <a:solidFill>
              <a:srgbClr val="4F81BD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248400" y="2514600"/>
            <a:ext cx="15600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small" spc="0" dirty="0" smtClean="0">
                <a:ln/>
                <a:solidFill>
                  <a:schemeClr val="bg1">
                    <a:lumMod val="50000"/>
                  </a:schemeClr>
                </a:solidFill>
                <a:effectLst/>
              </a:rPr>
              <a:t>Security</a:t>
            </a:r>
            <a:endParaRPr lang="en-US" sz="3200" b="1" cap="small" spc="0" dirty="0">
              <a:ln/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61576"/>
              </p:ext>
            </p:extLst>
          </p:nvPr>
        </p:nvGraphicFramePr>
        <p:xfrm>
          <a:off x="8178369" y="3733800"/>
          <a:ext cx="3378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3881515063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690929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cap="small" baseline="0" dirty="0" smtClean="0"/>
                        <a:t>Username</a:t>
                      </a:r>
                      <a:endParaRPr lang="en-US" sz="2400" cap="sm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cap="small" baseline="0" dirty="0" err="1" smtClean="0"/>
                        <a:t>RoleId</a:t>
                      </a:r>
                      <a:endParaRPr lang="en-US" sz="2400" cap="sm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33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3300"/>
                          </a:solidFill>
                        </a:rPr>
                        <a:t>DIRE</a:t>
                      </a:r>
                      <a:endParaRPr lang="en-US" sz="2400" b="1" dirty="0">
                        <a:solidFill>
                          <a:srgbClr val="FF33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62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00FF"/>
                          </a:solidFill>
                        </a:rPr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3300"/>
                          </a:solidFill>
                        </a:rPr>
                        <a:t>STAF</a:t>
                      </a:r>
                      <a:endParaRPr lang="en-US" sz="2400" b="1" dirty="0">
                        <a:solidFill>
                          <a:srgbClr val="FF33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9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3300"/>
                          </a:solidFill>
                        </a:rPr>
                        <a:t>CUST</a:t>
                      </a:r>
                      <a:endParaRPr lang="en-US" sz="2400" b="1" dirty="0">
                        <a:solidFill>
                          <a:srgbClr val="FF33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86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STAF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11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55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 Classes</a:t>
            </a:r>
            <a:endParaRPr lang="en-US" dirty="0"/>
          </a:p>
        </p:txBody>
      </p:sp>
      <p:sp>
        <p:nvSpPr>
          <p:cNvPr id="4" name="Flowchart: Multidocument 3"/>
          <p:cNvSpPr/>
          <p:nvPr/>
        </p:nvSpPr>
        <p:spPr>
          <a:xfrm>
            <a:off x="533400" y="1524000"/>
            <a:ext cx="3200400" cy="49530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OrderDetail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Account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Role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Authority</a:t>
            </a:r>
          </a:p>
        </p:txBody>
      </p:sp>
      <p:sp>
        <p:nvSpPr>
          <p:cNvPr id="5" name="Flowchart: Multidocument 4"/>
          <p:cNvSpPr/>
          <p:nvPr/>
        </p:nvSpPr>
        <p:spPr>
          <a:xfrm>
            <a:off x="4262966" y="1524000"/>
            <a:ext cx="3348567" cy="49530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CategoryDAO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ProductDAO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OrderDAO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OrderDetailDAO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AccountDAO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RoleDAO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AuthorityDAO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owchart: Multidocument 5"/>
          <p:cNvSpPr/>
          <p:nvPr/>
        </p:nvSpPr>
        <p:spPr>
          <a:xfrm>
            <a:off x="8153400" y="1524000"/>
            <a:ext cx="3407832" cy="49530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CategoryService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ProductService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OrderService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AccountService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RoleService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AuthorityService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111125"/>
            <a:ext cx="2082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poly.store.</a:t>
            </a:r>
            <a:r>
              <a:rPr lang="en-US" sz="20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entity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56884" y="1111125"/>
            <a:ext cx="1825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poly.store.</a:t>
            </a:r>
            <a:r>
              <a:rPr lang="en-US" sz="20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59799" y="1111125"/>
            <a:ext cx="2231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poly.store.</a:t>
            </a:r>
            <a:r>
              <a:rPr lang="en-US" sz="20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9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51748" y="152400"/>
            <a:ext cx="5030052" cy="6553200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77668" y="152400"/>
            <a:ext cx="4885732" cy="6553200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748" y="152400"/>
            <a:ext cx="1228132" cy="6553200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23" y="1229302"/>
            <a:ext cx="4156370" cy="44709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348" y="192914"/>
            <a:ext cx="4088969" cy="648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6200000">
            <a:off x="-2018681" y="3003090"/>
            <a:ext cx="5720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Spring Boot Project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488293" y="3172367"/>
            <a:ext cx="31116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FF3300"/>
                </a:solidFill>
                <a:effectLst/>
              </a:rPr>
              <a:t>Java Source Code</a:t>
            </a:r>
            <a:endParaRPr lang="en-US" sz="3200" b="1" cap="none" spc="0" dirty="0">
              <a:ln/>
              <a:solidFill>
                <a:srgbClr val="FF3300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5232104" y="3172367"/>
            <a:ext cx="456285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FF3300"/>
                </a:solidFill>
                <a:effectLst/>
              </a:rPr>
              <a:t>Presentation Source Code</a:t>
            </a:r>
            <a:endParaRPr lang="en-US" sz="3200" b="1" cap="none" spc="0" dirty="0">
              <a:ln/>
              <a:solidFill>
                <a:srgbClr val="FF33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24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 animBg="1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7509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Xây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dựng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layout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79758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Layout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914400"/>
            <a:ext cx="11220450" cy="5915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5775" y="914400"/>
            <a:ext cx="11220450" cy="533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_menu.html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39201" y="1590675"/>
            <a:ext cx="2867024" cy="619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_cart-info.html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39201" y="2352675"/>
            <a:ext cx="2867024" cy="3590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</a:rPr>
              <a:t>_category.html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5775" y="6096000"/>
            <a:ext cx="11220450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FPT Polytechnic @2021. All rights reserved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5775" y="1593669"/>
            <a:ext cx="8277225" cy="4349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Dynamic Content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52675"/>
            <a:ext cx="2857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6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61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57899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Trưng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bày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hàng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hóa</a:t>
            </a:r>
            <a:endParaRPr lang="en-US" sz="54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1419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23925"/>
            <a:ext cx="10934700" cy="5400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38175" y="914400"/>
            <a:ext cx="8124825" cy="5400675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450014" cy="5758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" y="914400"/>
            <a:ext cx="8153400" cy="44196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5334000"/>
            <a:ext cx="8153400" cy="1393371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6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14400"/>
            <a:ext cx="10944225" cy="54006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15400" y="1600201"/>
            <a:ext cx="2667000" cy="37338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6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15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ProductController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@/product/list[?cate-id] </a:t>
            </a:r>
          </a:p>
          <a:p>
            <a:pPr lvl="2"/>
            <a:r>
              <a:rPr lang="en-US" dirty="0" smtClean="0"/>
              <a:t>=&gt; product/list.html (items: List&lt;Product&gt;)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@/</a:t>
            </a:r>
            <a:r>
              <a:rPr lang="en-US" b="1" dirty="0" smtClean="0">
                <a:solidFill>
                  <a:srgbClr val="FF0000"/>
                </a:solidFill>
              </a:rPr>
              <a:t>product/detail/{id} 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=&gt; </a:t>
            </a:r>
            <a:r>
              <a:rPr lang="en-US" dirty="0" smtClean="0"/>
              <a:t>product/detail.html </a:t>
            </a:r>
            <a:r>
              <a:rPr lang="en-US" dirty="0"/>
              <a:t>(</a:t>
            </a:r>
            <a:r>
              <a:rPr lang="en-US" dirty="0" smtClean="0"/>
              <a:t>item: Product)</a:t>
            </a:r>
            <a:endParaRPr lang="en-US" dirty="0"/>
          </a:p>
          <a:p>
            <a:r>
              <a:rPr lang="en-US" dirty="0" err="1" smtClean="0"/>
              <a:t>ProductService</a:t>
            </a:r>
            <a:endParaRPr lang="en-US" dirty="0" smtClean="0"/>
          </a:p>
          <a:p>
            <a:pPr lvl="1"/>
            <a:r>
              <a:rPr lang="en-US" dirty="0" err="1" smtClean="0"/>
              <a:t>findAll</a:t>
            </a:r>
            <a:r>
              <a:rPr lang="en-US" dirty="0" smtClean="0"/>
              <a:t>(): List&lt;Product&gt;</a:t>
            </a:r>
          </a:p>
          <a:p>
            <a:pPr lvl="1"/>
            <a:r>
              <a:rPr lang="en-US" dirty="0" err="1" smtClean="0"/>
              <a:t>findByCategoryId</a:t>
            </a:r>
            <a:r>
              <a:rPr lang="en-US" dirty="0" smtClean="0"/>
              <a:t>(</a:t>
            </a:r>
            <a:r>
              <a:rPr lang="en-US" dirty="0" err="1" smtClean="0"/>
              <a:t>cate_id</a:t>
            </a:r>
            <a:r>
              <a:rPr lang="en-US" dirty="0" smtClean="0"/>
              <a:t>): List&lt;Product&gt;</a:t>
            </a:r>
          </a:p>
          <a:p>
            <a:pPr lvl="1"/>
            <a:r>
              <a:rPr lang="en-US" dirty="0" err="1" smtClean="0"/>
              <a:t>findById</a:t>
            </a:r>
            <a:r>
              <a:rPr lang="en-US" dirty="0" smtClean="0"/>
              <a:t>(id</a:t>
            </a:r>
            <a:r>
              <a:rPr lang="en-US" dirty="0"/>
              <a:t>): </a:t>
            </a:r>
            <a:r>
              <a:rPr lang="en-US" dirty="0" smtClean="0"/>
              <a:t>Product</a:t>
            </a:r>
            <a:endParaRPr lang="en-US" dirty="0"/>
          </a:p>
          <a:p>
            <a:r>
              <a:rPr lang="en-US" dirty="0" err="1" smtClean="0"/>
              <a:t>ProductDAO</a:t>
            </a:r>
            <a:endParaRPr lang="en-US" dirty="0" smtClean="0"/>
          </a:p>
          <a:p>
            <a:pPr lvl="1"/>
            <a:r>
              <a:rPr lang="en-US" dirty="0" err="1" smtClean="0"/>
              <a:t>findByCategoryId</a:t>
            </a:r>
            <a:r>
              <a:rPr lang="en-US" dirty="0" smtClean="0"/>
              <a:t>(</a:t>
            </a:r>
            <a:r>
              <a:rPr lang="en-US" dirty="0" err="1" smtClean="0"/>
              <a:t>cate_id</a:t>
            </a:r>
            <a:r>
              <a:rPr lang="en-US" dirty="0" smtClean="0"/>
              <a:t>): List&lt;Product&gt;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layout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</p:spPr>
        <p:txBody>
          <a:bodyPr>
            <a:normAutofit/>
          </a:bodyPr>
          <a:lstStyle/>
          <a:p>
            <a:r>
              <a:rPr lang="en-US" dirty="0"/>
              <a:t>_</a:t>
            </a:r>
            <a:r>
              <a:rPr lang="en-US" dirty="0" smtClean="0"/>
              <a:t>category.html (</a:t>
            </a:r>
            <a:r>
              <a:rPr lang="en-US" b="1" dirty="0" smtClean="0">
                <a:solidFill>
                  <a:srgbClr val="FF0000"/>
                </a:solidFill>
              </a:rPr>
              <a:t>cates</a:t>
            </a:r>
            <a:r>
              <a:rPr lang="en-US" dirty="0" smtClean="0"/>
              <a:t>: List&lt;Category&gt;)</a:t>
            </a:r>
          </a:p>
          <a:p>
            <a:pPr lvl="1"/>
            <a:r>
              <a:rPr lang="en-US" dirty="0" smtClean="0"/>
              <a:t>&lt;a </a:t>
            </a:r>
            <a:r>
              <a:rPr lang="en-US" dirty="0" err="1" smtClean="0"/>
              <a:t>href</a:t>
            </a:r>
            <a:r>
              <a:rPr lang="en-US" dirty="0" smtClean="0"/>
              <a:t>=“/product/</a:t>
            </a:r>
            <a:r>
              <a:rPr lang="en-US" dirty="0" err="1" smtClean="0"/>
              <a:t>list</a:t>
            </a:r>
            <a:r>
              <a:rPr lang="en-US" b="1" dirty="0" err="1" smtClean="0">
                <a:solidFill>
                  <a:srgbClr val="FF0000"/>
                </a:solidFill>
              </a:rPr>
              <a:t>?cid</a:t>
            </a:r>
            <a:r>
              <a:rPr lang="en-US" b="1" dirty="0" smtClean="0">
                <a:solidFill>
                  <a:srgbClr val="FF0000"/>
                </a:solidFill>
              </a:rPr>
              <a:t>=?</a:t>
            </a:r>
            <a:r>
              <a:rPr lang="en-US" dirty="0" smtClean="0"/>
              <a:t>”&gt;&lt;/a&gt;</a:t>
            </a:r>
            <a:endParaRPr lang="en-US" dirty="0"/>
          </a:p>
          <a:p>
            <a:r>
              <a:rPr lang="en-US" dirty="0" err="1" smtClean="0"/>
              <a:t>AppInterceptor</a:t>
            </a:r>
            <a:endParaRPr lang="en-US" dirty="0"/>
          </a:p>
          <a:p>
            <a:pPr lvl="1"/>
            <a:r>
              <a:rPr lang="en-US" dirty="0" err="1"/>
              <a:t>postHandle</a:t>
            </a:r>
            <a:r>
              <a:rPr lang="en-US" dirty="0"/>
              <a:t>()</a:t>
            </a:r>
          </a:p>
          <a:p>
            <a:pPr lvl="2"/>
            <a:r>
              <a:rPr lang="en-US" dirty="0" err="1"/>
              <a:t>request.setAttribute</a:t>
            </a:r>
            <a:r>
              <a:rPr lang="en-US" dirty="0"/>
              <a:t>(“cates”, </a:t>
            </a:r>
            <a:r>
              <a:rPr lang="en-US" dirty="0" err="1" smtClean="0"/>
              <a:t>categoryService.findAll</a:t>
            </a:r>
            <a:r>
              <a:rPr lang="en-US" dirty="0"/>
              <a:t>())</a:t>
            </a:r>
          </a:p>
          <a:p>
            <a:r>
              <a:rPr lang="en-US" dirty="0" err="1" smtClean="0"/>
              <a:t>CategoryService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err="1" smtClean="0"/>
              <a:t>findAll</a:t>
            </a:r>
            <a:r>
              <a:rPr lang="en-US" dirty="0"/>
              <a:t>(): </a:t>
            </a:r>
            <a:r>
              <a:rPr lang="en-US" dirty="0" smtClean="0"/>
              <a:t>List&lt;Category&gt;</a:t>
            </a:r>
            <a:endParaRPr lang="en-US" dirty="0"/>
          </a:p>
          <a:p>
            <a:r>
              <a:rPr lang="en-US" dirty="0" err="1"/>
              <a:t>CategoryDAO</a:t>
            </a:r>
            <a:r>
              <a:rPr lang="en-US" dirty="0"/>
              <a:t>, </a:t>
            </a:r>
            <a:r>
              <a:rPr lang="en-US" dirty="0" smtClean="0"/>
              <a:t>Category</a:t>
            </a:r>
          </a:p>
          <a:p>
            <a:r>
              <a:rPr lang="en-US" dirty="0" err="1"/>
              <a:t>InterceptorConfig</a:t>
            </a:r>
            <a:endParaRPr lang="en-US" dirty="0"/>
          </a:p>
          <a:p>
            <a:pPr lvl="1"/>
            <a:r>
              <a:rPr lang="en-US" dirty="0" err="1"/>
              <a:t>registry.addInterceptor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.</a:t>
            </a:r>
            <a:r>
              <a:rPr lang="en-US" dirty="0" err="1"/>
              <a:t>addPathPatterns</a:t>
            </a:r>
            <a:r>
              <a:rPr lang="en-US" dirty="0"/>
              <a:t>(“/**”)</a:t>
            </a:r>
          </a:p>
          <a:p>
            <a:pPr lvl="2"/>
            <a:r>
              <a:rPr lang="en-US" dirty="0"/>
              <a:t>.</a:t>
            </a:r>
            <a:r>
              <a:rPr lang="en-US" dirty="0" err="1"/>
              <a:t>excludePathPatterns</a:t>
            </a:r>
            <a:r>
              <a:rPr lang="en-US" dirty="0"/>
              <a:t>(“/assets/**”, “/rest/**”, “/admin</a:t>
            </a:r>
            <a:r>
              <a:rPr lang="en-US" dirty="0" smtClean="0"/>
              <a:t>/**”)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676400"/>
            <a:ext cx="25717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2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4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5382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Xây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dựng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giỏ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hàng</a:t>
            </a:r>
            <a:endParaRPr lang="en-US" sz="54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78077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914400"/>
            <a:ext cx="10953750" cy="2733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248150"/>
            <a:ext cx="10982325" cy="2305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Nghiệp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giỏ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2057400" y="2281237"/>
            <a:ext cx="1676400" cy="612648"/>
          </a:xfrm>
          <a:prstGeom prst="wedgeRoundRectCallout">
            <a:avLst>
              <a:gd name="adj1" fmla="val -50833"/>
              <a:gd name="adj2" fmla="val 8382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giỏ</a:t>
            </a:r>
            <a:endParaRPr lang="en-US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1219200" y="5181600"/>
            <a:ext cx="1676400" cy="612648"/>
          </a:xfrm>
          <a:prstGeom prst="wedgeRoundRectCallout">
            <a:avLst>
              <a:gd name="adj1" fmla="val -50833"/>
              <a:gd name="adj2" fmla="val 8382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sạch</a:t>
            </a:r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9448800" y="1825752"/>
            <a:ext cx="2057400" cy="612648"/>
          </a:xfrm>
          <a:prstGeom prst="wedgeRoundRectCallout">
            <a:avLst>
              <a:gd name="adj1" fmla="val -41511"/>
              <a:gd name="adj2" fmla="val -11873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5715000" y="4263934"/>
            <a:ext cx="2057400" cy="612648"/>
          </a:xfrm>
          <a:prstGeom prst="wedgeRoundRectCallout">
            <a:avLst>
              <a:gd name="adj1" fmla="val -45321"/>
              <a:gd name="adj2" fmla="val 96615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endParaRPr lang="en-US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8382000" y="4788027"/>
            <a:ext cx="1676400" cy="612648"/>
          </a:xfrm>
          <a:prstGeom prst="wedgeRoundRectCallout">
            <a:avLst>
              <a:gd name="adj1" fmla="val -50833"/>
              <a:gd name="adj2" fmla="val 8382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khỏi</a:t>
            </a:r>
            <a:r>
              <a:rPr lang="en-US" dirty="0" smtClean="0"/>
              <a:t> </a:t>
            </a:r>
            <a:r>
              <a:rPr lang="en-US" dirty="0" err="1" smtClean="0"/>
              <a:t>giỏ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5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agnetic Disk 6"/>
          <p:cNvSpPr/>
          <p:nvPr/>
        </p:nvSpPr>
        <p:spPr>
          <a:xfrm>
            <a:off x="7194804" y="4924586"/>
            <a:ext cx="4195736" cy="1600200"/>
          </a:xfrm>
          <a:prstGeom prst="flowChartMagneticDisk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</a:t>
            </a:r>
            <a:r>
              <a:rPr lang="en-US" dirty="0" smtClean="0"/>
              <a:t>Cart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232426"/>
              </p:ext>
            </p:extLst>
          </p:nvPr>
        </p:nvGraphicFramePr>
        <p:xfrm>
          <a:off x="609600" y="1066800"/>
          <a:ext cx="59436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rame 5"/>
          <p:cNvSpPr/>
          <p:nvPr/>
        </p:nvSpPr>
        <p:spPr>
          <a:xfrm>
            <a:off x="8153400" y="2166257"/>
            <a:ext cx="3429000" cy="1110343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ProductRestController</a:t>
            </a:r>
            <a:endParaRPr lang="en-US" sz="2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GET:/rest/products/{id}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ight Arrow 7"/>
          <p:cNvSpPr/>
          <p:nvPr/>
        </p:nvSpPr>
        <p:spPr>
          <a:xfrm flipH="1">
            <a:off x="6553200" y="2438400"/>
            <a:ext cx="1283208" cy="7132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467600" y="5410200"/>
            <a:ext cx="36987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/>
                <a:solidFill>
                  <a:schemeClr val="accent3"/>
                </a:solidFill>
                <a:effectLst/>
              </a:rPr>
              <a:t>localStorage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4" name="Left-Right Arrow 3"/>
          <p:cNvSpPr/>
          <p:nvPr/>
        </p:nvSpPr>
        <p:spPr>
          <a:xfrm rot="1920383">
            <a:off x="5991217" y="5113486"/>
            <a:ext cx="1216152" cy="484632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Shopping Cart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Client Side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hopping-cart-app.js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ngular.module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shopping-cart-ctrl.js</a:t>
            </a:r>
          </a:p>
          <a:p>
            <a:pPr lvl="2"/>
            <a:r>
              <a:rPr lang="en-US" dirty="0" smtClean="0"/>
              <a:t>Shopping Cart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items</a:t>
            </a:r>
            <a:r>
              <a:rPr lang="en-US" dirty="0"/>
              <a:t>, amount, </a:t>
            </a:r>
            <a:r>
              <a:rPr lang="en-US" dirty="0" smtClean="0"/>
              <a:t>count, </a:t>
            </a:r>
          </a:p>
          <a:p>
            <a:pPr lvl="3"/>
            <a:r>
              <a:rPr lang="en-US" dirty="0" smtClean="0"/>
              <a:t>add(id</a:t>
            </a:r>
            <a:r>
              <a:rPr lang="en-US" dirty="0"/>
              <a:t>), remove(id), clear(), </a:t>
            </a:r>
            <a:r>
              <a:rPr lang="en-US" dirty="0" err="1" smtClean="0"/>
              <a:t>amt_of</a:t>
            </a:r>
            <a:r>
              <a:rPr lang="en-US" dirty="0" smtClean="0"/>
              <a:t>(item)</a:t>
            </a:r>
          </a:p>
          <a:p>
            <a:pPr lvl="3"/>
            <a:r>
              <a:rPr lang="en-US" dirty="0" err="1" smtClean="0"/>
              <a:t>saveToLocalStorage</a:t>
            </a:r>
            <a:r>
              <a:rPr lang="en-US" dirty="0" smtClean="0"/>
              <a:t>(), </a:t>
            </a:r>
            <a:r>
              <a:rPr lang="en-US" dirty="0" err="1" smtClean="0"/>
              <a:t>loadFromLocalStorage</a:t>
            </a:r>
            <a:r>
              <a:rPr lang="en-US" dirty="0" smtClean="0"/>
              <a:t>()</a:t>
            </a:r>
            <a:endParaRPr lang="en-US" dirty="0"/>
          </a:p>
          <a:p>
            <a:pPr lvl="2"/>
            <a:r>
              <a:rPr lang="en-US" dirty="0" smtClean="0"/>
              <a:t>Order Purchasing</a:t>
            </a:r>
          </a:p>
          <a:p>
            <a:pPr lvl="3"/>
            <a:r>
              <a:rPr lang="en-US" dirty="0"/>
              <a:t>o</a:t>
            </a:r>
            <a:r>
              <a:rPr lang="en-US" dirty="0" smtClean="0"/>
              <a:t>rder</a:t>
            </a:r>
          </a:p>
          <a:p>
            <a:pPr lvl="3"/>
            <a:r>
              <a:rPr lang="en-US" dirty="0" smtClean="0"/>
              <a:t>purchase()</a:t>
            </a:r>
          </a:p>
          <a:p>
            <a:r>
              <a:rPr lang="en-US" dirty="0" smtClean="0"/>
              <a:t>Server Side</a:t>
            </a:r>
          </a:p>
          <a:p>
            <a:pPr lvl="1"/>
            <a:r>
              <a:rPr lang="en-US" dirty="0" err="1" smtClean="0"/>
              <a:t>ProductRestController</a:t>
            </a:r>
            <a:r>
              <a:rPr lang="en-US" dirty="0" smtClean="0"/>
              <a:t>, </a:t>
            </a:r>
            <a:r>
              <a:rPr lang="en-US" dirty="0" err="1" smtClean="0"/>
              <a:t>ProductService</a:t>
            </a:r>
            <a:r>
              <a:rPr lang="en-US" dirty="0" smtClean="0"/>
              <a:t>, </a:t>
            </a:r>
            <a:r>
              <a:rPr lang="en-US" dirty="0" err="1" smtClean="0"/>
              <a:t>ProductDAO</a:t>
            </a:r>
            <a:endParaRPr lang="en-US" dirty="0" smtClean="0"/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GET:@/rest/products/{id} =&gt; Product</a:t>
            </a:r>
          </a:p>
        </p:txBody>
      </p:sp>
      <p:sp>
        <p:nvSpPr>
          <p:cNvPr id="4" name="Frame 3"/>
          <p:cNvSpPr/>
          <p:nvPr/>
        </p:nvSpPr>
        <p:spPr>
          <a:xfrm>
            <a:off x="8991600" y="4419600"/>
            <a:ext cx="2133600" cy="609600"/>
          </a:xfrm>
          <a:prstGeom prst="fram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*.</a:t>
            </a:r>
            <a:r>
              <a:rPr lang="en-US" sz="2400" dirty="0" err="1" smtClean="0">
                <a:solidFill>
                  <a:schemeClr val="tx1"/>
                </a:solidFill>
              </a:rPr>
              <a:t>js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Cloud 5"/>
          <p:cNvSpPr/>
          <p:nvPr/>
        </p:nvSpPr>
        <p:spPr>
          <a:xfrm>
            <a:off x="9040091" y="1295400"/>
            <a:ext cx="2036618" cy="914400"/>
          </a:xfrm>
          <a:prstGeom prst="clou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REST API</a:t>
            </a:r>
            <a:endParaRPr lang="en-US" sz="2400" dirty="0"/>
          </a:p>
        </p:txBody>
      </p:sp>
      <p:sp>
        <p:nvSpPr>
          <p:cNvPr id="7" name="Frame 6"/>
          <p:cNvSpPr/>
          <p:nvPr/>
        </p:nvSpPr>
        <p:spPr>
          <a:xfrm>
            <a:off x="8991600" y="5082974"/>
            <a:ext cx="2133600" cy="609600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UI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6" idx="1"/>
            <a:endCxn id="13" idx="0"/>
          </p:cNvCxnSpPr>
          <p:nvPr/>
        </p:nvCxnSpPr>
        <p:spPr>
          <a:xfrm>
            <a:off x="10058400" y="2208826"/>
            <a:ext cx="0" cy="15706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19241" y="6015335"/>
            <a:ext cx="878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Users</a:t>
            </a:r>
            <a:endParaRPr lang="en-US" sz="2400" dirty="0"/>
          </a:p>
        </p:txBody>
      </p:sp>
      <p:cxnSp>
        <p:nvCxnSpPr>
          <p:cNvPr id="14" name="Straight Arrow Connector 13"/>
          <p:cNvCxnSpPr>
            <a:stCxn id="12" idx="0"/>
            <a:endCxn id="7" idx="2"/>
          </p:cNvCxnSpPr>
          <p:nvPr/>
        </p:nvCxnSpPr>
        <p:spPr>
          <a:xfrm flipV="1">
            <a:off x="10058400" y="5692574"/>
            <a:ext cx="0" cy="3227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ame 12"/>
          <p:cNvSpPr/>
          <p:nvPr/>
        </p:nvSpPr>
        <p:spPr>
          <a:xfrm>
            <a:off x="8991600" y="3779520"/>
            <a:ext cx="2133600" cy="609600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$http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84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35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76665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Đặt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hàng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và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quản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lý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đơn</a:t>
            </a:r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hàng</a:t>
            </a:r>
            <a:endParaRPr lang="en-US" sz="48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693383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10972800" cy="51816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3467100"/>
            <a:ext cx="8153400" cy="27813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2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914400"/>
            <a:ext cx="10944225" cy="4314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" y="5029200"/>
            <a:ext cx="10944225" cy="1733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609600" y="914400"/>
            <a:ext cx="8153400" cy="39624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872" y="5029200"/>
            <a:ext cx="8153400" cy="173355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0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Purchasing and Order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91200"/>
          </a:xfrm>
        </p:spPr>
        <p:txBody>
          <a:bodyPr/>
          <a:lstStyle/>
          <a:p>
            <a:r>
              <a:rPr lang="en-US" dirty="0" err="1" smtClean="0"/>
              <a:t>OrderController</a:t>
            </a:r>
            <a:endParaRPr lang="en-US" dirty="0" smtClean="0"/>
          </a:p>
          <a:p>
            <a:pPr lvl="1"/>
            <a:r>
              <a:rPr lang="en-US" dirty="0" smtClean="0"/>
              <a:t>GET@/order/checkout =&gt; order/checkout.html</a:t>
            </a:r>
          </a:p>
          <a:p>
            <a:pPr lvl="1"/>
            <a:r>
              <a:rPr lang="en-US" dirty="0" smtClean="0"/>
              <a:t>GET@/order/list </a:t>
            </a:r>
            <a:r>
              <a:rPr lang="en-US" dirty="0"/>
              <a:t>=&gt; </a:t>
            </a:r>
            <a:r>
              <a:rPr lang="en-US" dirty="0" smtClean="0"/>
              <a:t>order/list.html (orders: List&lt;Order&gt;)</a:t>
            </a:r>
          </a:p>
          <a:p>
            <a:pPr lvl="1"/>
            <a:r>
              <a:rPr lang="en-US" dirty="0" smtClean="0"/>
              <a:t>GET@/order/detail/{id} </a:t>
            </a:r>
            <a:r>
              <a:rPr lang="en-US" dirty="0"/>
              <a:t>=&gt; </a:t>
            </a:r>
            <a:r>
              <a:rPr lang="en-US" dirty="0" smtClean="0"/>
              <a:t>order/detail.html </a:t>
            </a:r>
            <a:r>
              <a:rPr lang="en-US" dirty="0"/>
              <a:t>(</a:t>
            </a:r>
            <a:r>
              <a:rPr lang="en-US" dirty="0" smtClean="0"/>
              <a:t>order: </a:t>
            </a:r>
            <a:r>
              <a:rPr lang="en-US" dirty="0"/>
              <a:t>Order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err="1" smtClean="0"/>
              <a:t>OrderRestController</a:t>
            </a:r>
            <a:endParaRPr lang="en-US" dirty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POST</a:t>
            </a:r>
            <a:r>
              <a:rPr lang="en-US" b="1" dirty="0">
                <a:solidFill>
                  <a:srgbClr val="FF0000"/>
                </a:solidFill>
              </a:rPr>
              <a:t>:@/</a:t>
            </a:r>
            <a:r>
              <a:rPr lang="en-US" b="1" dirty="0" smtClean="0">
                <a:solidFill>
                  <a:srgbClr val="FF0000"/>
                </a:solidFill>
              </a:rPr>
              <a:t>rest/orders (</a:t>
            </a:r>
            <a:r>
              <a:rPr lang="en-US" b="1" dirty="0" err="1">
                <a:solidFill>
                  <a:srgbClr val="FF0000"/>
                </a:solidFill>
              </a:rPr>
              <a:t>JsonNode</a:t>
            </a:r>
            <a:r>
              <a:rPr lang="en-US" b="1" dirty="0" smtClean="0">
                <a:solidFill>
                  <a:srgbClr val="FF0000"/>
                </a:solidFill>
              </a:rPr>
              <a:t>) =&gt; Order</a:t>
            </a:r>
          </a:p>
          <a:p>
            <a:r>
              <a:rPr lang="en-US" dirty="0" err="1" smtClean="0"/>
              <a:t>OrderService</a:t>
            </a:r>
            <a:endParaRPr lang="en-US" dirty="0" smtClean="0"/>
          </a:p>
          <a:p>
            <a:pPr lvl="1"/>
            <a:r>
              <a:rPr lang="en-US" dirty="0" err="1" smtClean="0"/>
              <a:t>findAll</a:t>
            </a:r>
            <a:r>
              <a:rPr lang="en-US" dirty="0" smtClean="0"/>
              <a:t>(): List&lt;Order&gt;</a:t>
            </a:r>
          </a:p>
          <a:p>
            <a:pPr lvl="1"/>
            <a:r>
              <a:rPr lang="en-US" dirty="0" err="1" smtClean="0"/>
              <a:t>findById</a:t>
            </a:r>
            <a:r>
              <a:rPr lang="en-US" dirty="0" smtClean="0"/>
              <a:t>(id): Order</a:t>
            </a:r>
          </a:p>
          <a:p>
            <a:pPr lvl="1"/>
            <a:r>
              <a:rPr lang="en-US" dirty="0" smtClean="0"/>
              <a:t>create(</a:t>
            </a:r>
            <a:r>
              <a:rPr lang="en-US" dirty="0" err="1" smtClean="0"/>
              <a:t>JsonNode</a:t>
            </a:r>
            <a:r>
              <a:rPr lang="en-US" dirty="0" smtClean="0"/>
              <a:t>): Order</a:t>
            </a:r>
          </a:p>
          <a:p>
            <a:endParaRPr lang="en-US" dirty="0"/>
          </a:p>
        </p:txBody>
      </p:sp>
      <p:sp>
        <p:nvSpPr>
          <p:cNvPr id="4" name="Frame 3"/>
          <p:cNvSpPr/>
          <p:nvPr/>
        </p:nvSpPr>
        <p:spPr>
          <a:xfrm>
            <a:off x="8534400" y="3429000"/>
            <a:ext cx="3048000" cy="1110343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OrderRestController</a:t>
            </a:r>
            <a:endParaRPr lang="en-US" sz="2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POST:/rest/orders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7086600" y="3627555"/>
            <a:ext cx="1447800" cy="7132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US" dirty="0" smtClean="0"/>
              <a:t>urchase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8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14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56341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Layout site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quản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trị</a:t>
            </a:r>
            <a:endParaRPr lang="en-US" sz="54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63477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2" y="1548882"/>
            <a:ext cx="10972800" cy="30231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Page Application Layout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60762" y="2313369"/>
            <a:ext cx="10896600" cy="5822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_menu.html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60762" y="3875469"/>
            <a:ext cx="10896600" cy="609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FPT Polytechnic @2021. All rights reserved.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660762" y="2971799"/>
            <a:ext cx="10896600" cy="8167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&lt;ng-view/&gt;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762" y="1524000"/>
            <a:ext cx="108966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Website Administrator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04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 Communication Architecture</a:t>
            </a:r>
            <a:endParaRPr lang="en-US" dirty="0"/>
          </a:p>
        </p:txBody>
      </p:sp>
      <p:sp>
        <p:nvSpPr>
          <p:cNvPr id="4" name="Frame 3"/>
          <p:cNvSpPr/>
          <p:nvPr/>
        </p:nvSpPr>
        <p:spPr>
          <a:xfrm>
            <a:off x="8534400" y="990600"/>
            <a:ext cx="2819400" cy="914400"/>
          </a:xfrm>
          <a:prstGeom prst="fram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RestController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8534400" y="2209800"/>
            <a:ext cx="2819400" cy="914400"/>
          </a:xfrm>
          <a:prstGeom prst="fram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Service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8534400" y="3505200"/>
            <a:ext cx="2819400" cy="914400"/>
          </a:xfrm>
          <a:prstGeom prst="fram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DAO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Can 6"/>
          <p:cNvSpPr/>
          <p:nvPr/>
        </p:nvSpPr>
        <p:spPr>
          <a:xfrm>
            <a:off x="8534400" y="4724400"/>
            <a:ext cx="2819400" cy="838200"/>
          </a:xfrm>
          <a:prstGeom prst="ca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Database</a:t>
            </a:r>
            <a:endParaRPr lang="en-US" sz="2400" dirty="0"/>
          </a:p>
        </p:txBody>
      </p:sp>
      <p:sp>
        <p:nvSpPr>
          <p:cNvPr id="8" name="Frame 7"/>
          <p:cNvSpPr/>
          <p:nvPr/>
        </p:nvSpPr>
        <p:spPr>
          <a:xfrm>
            <a:off x="685800" y="990600"/>
            <a:ext cx="2819400" cy="914400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$http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685800" y="2209800"/>
            <a:ext cx="2819400" cy="914400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*.</a:t>
            </a:r>
            <a:r>
              <a:rPr lang="en-US" sz="2400" dirty="0" err="1" smtClean="0">
                <a:solidFill>
                  <a:schemeClr val="tx1"/>
                </a:solidFill>
              </a:rPr>
              <a:t>js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681446" y="3429000"/>
            <a:ext cx="2819400" cy="914400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$route, UI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8" idx="3"/>
            <a:endCxn id="4" idx="1"/>
          </p:cNvCxnSpPr>
          <p:nvPr/>
        </p:nvCxnSpPr>
        <p:spPr>
          <a:xfrm>
            <a:off x="3505200" y="1447800"/>
            <a:ext cx="5029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7" idx="1"/>
          </p:cNvCxnSpPr>
          <p:nvPr/>
        </p:nvCxnSpPr>
        <p:spPr>
          <a:xfrm>
            <a:off x="9944100" y="4419600"/>
            <a:ext cx="0" cy="304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2"/>
            <a:endCxn id="6" idx="0"/>
          </p:cNvCxnSpPr>
          <p:nvPr/>
        </p:nvCxnSpPr>
        <p:spPr>
          <a:xfrm>
            <a:off x="9944100" y="3124200"/>
            <a:ext cx="0" cy="381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2"/>
            <a:endCxn id="5" idx="0"/>
          </p:cNvCxnSpPr>
          <p:nvPr/>
        </p:nvCxnSpPr>
        <p:spPr>
          <a:xfrm>
            <a:off x="9944100" y="1905000"/>
            <a:ext cx="0" cy="304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2"/>
            <a:endCxn id="9" idx="0"/>
          </p:cNvCxnSpPr>
          <p:nvPr/>
        </p:nvCxnSpPr>
        <p:spPr>
          <a:xfrm>
            <a:off x="2095500" y="1905000"/>
            <a:ext cx="0" cy="304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flipH="1">
            <a:off x="2091146" y="3124200"/>
            <a:ext cx="4354" cy="304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owchart: Multidocument 26"/>
          <p:cNvSpPr/>
          <p:nvPr/>
        </p:nvSpPr>
        <p:spPr>
          <a:xfrm>
            <a:off x="8534400" y="5715000"/>
            <a:ext cx="2819400" cy="990600"/>
          </a:xfrm>
          <a:prstGeom prst="flowChartMultidocumen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*.html</a:t>
            </a:r>
            <a:endParaRPr lang="en-US" dirty="0"/>
          </a:p>
        </p:txBody>
      </p:sp>
      <p:cxnSp>
        <p:nvCxnSpPr>
          <p:cNvPr id="29" name="Elbow Connector 28"/>
          <p:cNvCxnSpPr>
            <a:stCxn id="10" idx="3"/>
            <a:endCxn id="27" idx="1"/>
          </p:cNvCxnSpPr>
          <p:nvPr/>
        </p:nvCxnSpPr>
        <p:spPr>
          <a:xfrm>
            <a:off x="3500846" y="3886200"/>
            <a:ext cx="5033554" cy="23241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53986" y="1073332"/>
            <a:ext cx="237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GET, POST, PUT, DELETE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40032" y="3429000"/>
            <a:ext cx="1519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ng-include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ng-view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58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73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11049000" cy="5909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400" y="2286000"/>
            <a:ext cx="9753600" cy="38100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515599" y="2286000"/>
            <a:ext cx="1034143" cy="381000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48200" y="6165668"/>
            <a:ext cx="2895600" cy="57476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3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Management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44493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13200" y="4683034"/>
            <a:ext cx="4216399" cy="57476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001000" y="2895600"/>
            <a:ext cx="3429000" cy="72716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953984"/>
            <a:ext cx="3429000" cy="2576649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1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Back-End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010400" cy="5791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ProductRestController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GET</a:t>
            </a:r>
            <a:r>
              <a:rPr lang="en-US" dirty="0" smtClean="0"/>
              <a:t>@</a:t>
            </a:r>
            <a:r>
              <a:rPr lang="en-US" b="1" dirty="0" smtClean="0">
                <a:solidFill>
                  <a:srgbClr val="0000FF"/>
                </a:solidFill>
              </a:rPr>
              <a:t>/rest/products </a:t>
            </a:r>
            <a:r>
              <a:rPr lang="en-US" dirty="0" smtClean="0"/>
              <a:t>=&gt; </a:t>
            </a:r>
            <a:r>
              <a:rPr lang="en-US" b="1" dirty="0" smtClean="0">
                <a:solidFill>
                  <a:srgbClr val="C00000"/>
                </a:solidFill>
              </a:rPr>
              <a:t>List&lt;Product&gt;</a:t>
            </a:r>
          </a:p>
          <a:p>
            <a:pPr lvl="1"/>
            <a:r>
              <a:rPr lang="en-US" dirty="0" smtClean="0"/>
              <a:t>GET</a:t>
            </a:r>
            <a:r>
              <a:rPr lang="en-US" dirty="0"/>
              <a:t>@/</a:t>
            </a:r>
            <a:r>
              <a:rPr lang="en-US" dirty="0" smtClean="0"/>
              <a:t>rest/products/{id} =&gt; Product</a:t>
            </a:r>
          </a:p>
          <a:p>
            <a:pPr lvl="1"/>
            <a:r>
              <a:rPr lang="en-US" dirty="0" smtClean="0"/>
              <a:t>POST@/rest/products, DATA</a:t>
            </a:r>
            <a:r>
              <a:rPr lang="en-US" dirty="0"/>
              <a:t> =&gt; Product</a:t>
            </a:r>
            <a:endParaRPr lang="en-US" dirty="0" smtClean="0"/>
          </a:p>
          <a:p>
            <a:pPr lvl="1"/>
            <a:r>
              <a:rPr lang="en-US" dirty="0" smtClean="0"/>
              <a:t>PUT@/rest/products/{id}, DATA</a:t>
            </a:r>
            <a:r>
              <a:rPr lang="en-US" dirty="0"/>
              <a:t> =&gt; Product</a:t>
            </a:r>
            <a:endParaRPr lang="en-US" dirty="0" smtClean="0"/>
          </a:p>
          <a:p>
            <a:pPr lvl="1"/>
            <a:r>
              <a:rPr lang="en-US" dirty="0" smtClean="0"/>
              <a:t>DELETE@/rest/products/{id}</a:t>
            </a:r>
            <a:endParaRPr lang="en-US" dirty="0"/>
          </a:p>
          <a:p>
            <a:r>
              <a:rPr lang="en-US" dirty="0" err="1" smtClean="0"/>
              <a:t>CategoryRestController</a:t>
            </a:r>
            <a:endParaRPr lang="en-US" dirty="0" smtClean="0"/>
          </a:p>
          <a:p>
            <a:pPr lvl="1"/>
            <a:r>
              <a:rPr lang="en-US" b="1" dirty="0"/>
              <a:t>GET@/</a:t>
            </a:r>
            <a:r>
              <a:rPr lang="en-US" b="1" dirty="0" smtClean="0"/>
              <a:t>rest/categories </a:t>
            </a:r>
            <a:r>
              <a:rPr lang="en-US" dirty="0" smtClean="0"/>
              <a:t>=&gt; List&lt;Category&gt;</a:t>
            </a:r>
            <a:endParaRPr lang="en-US" dirty="0"/>
          </a:p>
          <a:p>
            <a:r>
              <a:rPr lang="en-US" dirty="0" err="1" smtClean="0"/>
              <a:t>UploadRestController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POST@/rest/upload/{folder}, FILE </a:t>
            </a:r>
            <a:r>
              <a:rPr lang="en-US" dirty="0" smtClean="0"/>
              <a:t>=&gt; </a:t>
            </a:r>
            <a:r>
              <a:rPr lang="en-US" dirty="0" err="1" smtClean="0"/>
              <a:t>JsonNode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43800" y="914400"/>
            <a:ext cx="4038600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ProductService</a:t>
            </a:r>
            <a:endParaRPr lang="en-US" dirty="0" smtClean="0"/>
          </a:p>
          <a:p>
            <a:pPr lvl="1"/>
            <a:r>
              <a:rPr lang="en-US" dirty="0" err="1" smtClean="0"/>
              <a:t>findAll</a:t>
            </a:r>
            <a:r>
              <a:rPr lang="en-US" dirty="0" smtClean="0"/>
              <a:t>(): List&lt;Product&gt;</a:t>
            </a:r>
          </a:p>
          <a:p>
            <a:pPr lvl="1"/>
            <a:r>
              <a:rPr lang="en-US" dirty="0" err="1" smtClean="0"/>
              <a:t>findById</a:t>
            </a:r>
            <a:r>
              <a:rPr lang="en-US" dirty="0" smtClean="0"/>
              <a:t>(): </a:t>
            </a:r>
            <a:r>
              <a:rPr lang="en-US" dirty="0"/>
              <a:t>Product</a:t>
            </a:r>
          </a:p>
          <a:p>
            <a:pPr lvl="1"/>
            <a:r>
              <a:rPr lang="en-US" dirty="0" smtClean="0"/>
              <a:t>create(): </a:t>
            </a:r>
            <a:r>
              <a:rPr lang="en-US" dirty="0"/>
              <a:t>Product</a:t>
            </a:r>
          </a:p>
          <a:p>
            <a:pPr lvl="1"/>
            <a:r>
              <a:rPr lang="en-US" dirty="0" smtClean="0"/>
              <a:t>update(): </a:t>
            </a:r>
            <a:r>
              <a:rPr lang="en-US" dirty="0"/>
              <a:t>Product</a:t>
            </a:r>
          </a:p>
          <a:p>
            <a:pPr lvl="1"/>
            <a:r>
              <a:rPr lang="en-US" dirty="0" smtClean="0"/>
              <a:t>delete()</a:t>
            </a:r>
            <a:endParaRPr lang="en-US" dirty="0"/>
          </a:p>
          <a:p>
            <a:r>
              <a:rPr lang="en-US" dirty="0" err="1" smtClean="0"/>
              <a:t>CategoryService</a:t>
            </a:r>
            <a:endParaRPr lang="en-US" dirty="0" smtClean="0"/>
          </a:p>
          <a:p>
            <a:pPr lvl="1"/>
            <a:r>
              <a:rPr lang="en-US" dirty="0" err="1"/>
              <a:t>findAll</a:t>
            </a:r>
            <a:r>
              <a:rPr lang="en-US" dirty="0"/>
              <a:t>(): </a:t>
            </a:r>
            <a:r>
              <a:rPr lang="en-US" dirty="0" smtClean="0"/>
              <a:t>List&lt;Category&gt;</a:t>
            </a:r>
            <a:endParaRPr lang="en-US" dirty="0"/>
          </a:p>
          <a:p>
            <a:r>
              <a:rPr lang="en-US" dirty="0" err="1" smtClean="0"/>
              <a:t>UploadService</a:t>
            </a:r>
            <a:endParaRPr lang="en-US" dirty="0" smtClean="0"/>
          </a:p>
          <a:p>
            <a:pPr lvl="1"/>
            <a:r>
              <a:rPr lang="en-US" dirty="0"/>
              <a:t>s</a:t>
            </a:r>
            <a:r>
              <a:rPr lang="en-US" dirty="0" smtClean="0"/>
              <a:t>ave(file, folder):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4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Front-End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product-ctrl.js</a:t>
            </a:r>
          </a:p>
          <a:p>
            <a:pPr lvl="1"/>
            <a:r>
              <a:rPr lang="en-US" dirty="0" smtClean="0"/>
              <a:t>form, items</a:t>
            </a:r>
          </a:p>
          <a:p>
            <a:pPr lvl="1"/>
            <a:r>
              <a:rPr lang="en-US" dirty="0" smtClean="0"/>
              <a:t>initialize()</a:t>
            </a:r>
          </a:p>
          <a:p>
            <a:pPr lvl="1"/>
            <a:r>
              <a:rPr lang="en-US" dirty="0" smtClean="0"/>
              <a:t>reset()</a:t>
            </a:r>
          </a:p>
          <a:p>
            <a:pPr lvl="1"/>
            <a:r>
              <a:rPr lang="en-US" dirty="0" smtClean="0"/>
              <a:t>edit()</a:t>
            </a:r>
          </a:p>
          <a:p>
            <a:pPr lvl="1"/>
            <a:r>
              <a:rPr lang="en-US" dirty="0" smtClean="0"/>
              <a:t>create()</a:t>
            </a:r>
          </a:p>
          <a:p>
            <a:pPr lvl="1"/>
            <a:r>
              <a:rPr lang="en-US" dirty="0" smtClean="0"/>
              <a:t>update()</a:t>
            </a:r>
          </a:p>
          <a:p>
            <a:pPr lvl="1"/>
            <a:r>
              <a:rPr lang="en-US" dirty="0" smtClean="0"/>
              <a:t>delete()</a:t>
            </a:r>
          </a:p>
          <a:p>
            <a:pPr lvl="1"/>
            <a:r>
              <a:rPr lang="en-US" dirty="0" err="1" smtClean="0"/>
              <a:t>imageChanged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pager</a:t>
            </a:r>
          </a:p>
          <a:p>
            <a:pPr lvl="2"/>
            <a:r>
              <a:rPr lang="en-US" dirty="0" smtClean="0"/>
              <a:t>items, page, size, count</a:t>
            </a:r>
          </a:p>
          <a:p>
            <a:pPr lvl="2"/>
            <a:r>
              <a:rPr lang="en-US" dirty="0"/>
              <a:t>f</a:t>
            </a:r>
            <a:r>
              <a:rPr lang="en-US" dirty="0" smtClean="0"/>
              <a:t>irst(), </a:t>
            </a:r>
            <a:r>
              <a:rPr lang="en-US" dirty="0" err="1" smtClean="0"/>
              <a:t>prev</a:t>
            </a:r>
            <a:r>
              <a:rPr lang="en-US" dirty="0" smtClean="0"/>
              <a:t>(), next(), last()</a:t>
            </a:r>
          </a:p>
        </p:txBody>
      </p:sp>
    </p:spTree>
    <p:extLst>
      <p:ext uri="{BB962C8B-B14F-4D97-AF65-F5344CB8AC3E}">
        <p14:creationId xmlns:p14="http://schemas.microsoft.com/office/powerpoint/2010/main" val="346048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99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1"/>
            <a:ext cx="10972800" cy="25266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2209802"/>
            <a:ext cx="4419600" cy="1231232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29200" y="1562101"/>
            <a:ext cx="6553200" cy="647701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29200" y="2209802"/>
            <a:ext cx="6553200" cy="1231231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ular Callout 2"/>
          <p:cNvSpPr/>
          <p:nvPr/>
        </p:nvSpPr>
        <p:spPr>
          <a:xfrm>
            <a:off x="7162800" y="914400"/>
            <a:ext cx="2286000" cy="612648"/>
          </a:xfrm>
          <a:prstGeom prst="wedgeRoundRectCallout">
            <a:avLst>
              <a:gd name="adj1" fmla="val -52262"/>
              <a:gd name="adj2" fmla="val 9021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All roles</a:t>
            </a:r>
            <a:endParaRPr lang="en-US" sz="24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1008036" y="1220724"/>
            <a:ext cx="3581400" cy="612648"/>
          </a:xfrm>
          <a:prstGeom prst="wedgeRoundRectCallout">
            <a:avLst>
              <a:gd name="adj1" fmla="val -54989"/>
              <a:gd name="adj2" fmla="val 13036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Admin: Staff and Director</a:t>
            </a:r>
            <a:endParaRPr lang="en-US" sz="2400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6705600" y="3593434"/>
            <a:ext cx="2743200" cy="612648"/>
          </a:xfrm>
          <a:prstGeom prst="wedgeRoundRectCallout">
            <a:avLst>
              <a:gd name="adj1" fmla="val -53691"/>
              <a:gd name="adj2" fmla="val -1251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Admin Authorities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2" y="4343400"/>
            <a:ext cx="8372475" cy="238125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3048000" y="3441033"/>
            <a:ext cx="0" cy="902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0058829" y="2177717"/>
            <a:ext cx="0" cy="21656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095999" y="3441033"/>
            <a:ext cx="0" cy="97681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36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3" grpId="0" animBg="1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Authority Back-End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6400800" cy="5791200"/>
          </a:xfrm>
        </p:spPr>
        <p:txBody>
          <a:bodyPr/>
          <a:lstStyle/>
          <a:p>
            <a:r>
              <a:rPr lang="en-US" dirty="0" err="1" smtClean="0"/>
              <a:t>AuthorityRestController</a:t>
            </a:r>
            <a:endParaRPr lang="en-US" dirty="0" smtClean="0"/>
          </a:p>
          <a:p>
            <a:pPr lvl="1"/>
            <a:r>
              <a:rPr lang="en-US" dirty="0" smtClean="0"/>
              <a:t>GET@/rest/authorities[?admin=true] =&gt; List&lt;Authority&gt;</a:t>
            </a:r>
          </a:p>
          <a:p>
            <a:pPr lvl="1"/>
            <a:r>
              <a:rPr lang="en-US" dirty="0" smtClean="0"/>
              <a:t>POST@/rest/authorities =&gt; </a:t>
            </a:r>
            <a:r>
              <a:rPr lang="en-US" dirty="0"/>
              <a:t>Authority</a:t>
            </a:r>
            <a:endParaRPr lang="en-US" dirty="0" smtClean="0"/>
          </a:p>
          <a:p>
            <a:pPr lvl="1"/>
            <a:r>
              <a:rPr lang="en-US" dirty="0" smtClean="0"/>
              <a:t>DELETE@/rest/</a:t>
            </a:r>
            <a:r>
              <a:rPr lang="en-US" dirty="0" err="1" smtClean="0"/>
              <a:t>authorites</a:t>
            </a:r>
            <a:r>
              <a:rPr lang="en-US" dirty="0" smtClean="0"/>
              <a:t>/{id}</a:t>
            </a:r>
          </a:p>
          <a:p>
            <a:r>
              <a:rPr lang="en-US" dirty="0" err="1" smtClean="0"/>
              <a:t>RoleRestController</a:t>
            </a:r>
            <a:endParaRPr lang="en-US" dirty="0" smtClean="0"/>
          </a:p>
          <a:p>
            <a:pPr lvl="1"/>
            <a:r>
              <a:rPr lang="en-US" dirty="0" smtClean="0"/>
              <a:t>GET@/rest/roles =&gt; List&lt;Role&gt;</a:t>
            </a:r>
          </a:p>
          <a:p>
            <a:r>
              <a:rPr lang="en-US" dirty="0" err="1" smtClean="0"/>
              <a:t>AccountRestController</a:t>
            </a:r>
            <a:endParaRPr lang="en-US" dirty="0"/>
          </a:p>
          <a:p>
            <a:pPr lvl="1"/>
            <a:r>
              <a:rPr lang="en-US" dirty="0"/>
              <a:t>GET@/</a:t>
            </a:r>
            <a:r>
              <a:rPr lang="en-US" dirty="0" smtClean="0"/>
              <a:t>rest/accounts[?admin=true] </a:t>
            </a:r>
            <a:r>
              <a:rPr lang="en-US" dirty="0"/>
              <a:t>=&gt; </a:t>
            </a:r>
            <a:r>
              <a:rPr lang="en-US" dirty="0" smtClean="0"/>
              <a:t>List&lt;Account&gt;</a:t>
            </a:r>
          </a:p>
          <a:p>
            <a:pPr lvl="2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010400" y="914400"/>
            <a:ext cx="4572000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AuthorityService</a:t>
            </a:r>
            <a:endParaRPr lang="en-US" dirty="0" smtClean="0"/>
          </a:p>
          <a:p>
            <a:pPr lvl="1"/>
            <a:r>
              <a:rPr lang="en-US" dirty="0" err="1" smtClean="0"/>
              <a:t>findAll</a:t>
            </a:r>
            <a:r>
              <a:rPr lang="en-US" dirty="0" smtClean="0"/>
              <a:t>(): List&lt;Authority&gt;</a:t>
            </a:r>
          </a:p>
          <a:p>
            <a:pPr lvl="1"/>
            <a:r>
              <a:rPr lang="en-US" dirty="0" smtClean="0"/>
              <a:t>create(): Authority</a:t>
            </a:r>
          </a:p>
          <a:p>
            <a:pPr lvl="1"/>
            <a:r>
              <a:rPr lang="en-US" dirty="0" smtClean="0"/>
              <a:t>delete()</a:t>
            </a:r>
          </a:p>
          <a:p>
            <a:r>
              <a:rPr lang="en-US" dirty="0" err="1" smtClean="0"/>
              <a:t>RoleService</a:t>
            </a:r>
            <a:endParaRPr lang="en-US" dirty="0" smtClean="0"/>
          </a:p>
          <a:p>
            <a:pPr lvl="1"/>
            <a:r>
              <a:rPr lang="en-US" dirty="0" err="1"/>
              <a:t>findAll</a:t>
            </a:r>
            <a:r>
              <a:rPr lang="en-US" dirty="0"/>
              <a:t>(): </a:t>
            </a:r>
            <a:r>
              <a:rPr lang="en-US" dirty="0" smtClean="0"/>
              <a:t>List&lt;Role&gt;</a:t>
            </a:r>
            <a:endParaRPr lang="en-US" dirty="0"/>
          </a:p>
          <a:p>
            <a:r>
              <a:rPr lang="en-US" dirty="0" err="1" smtClean="0"/>
              <a:t>AccountService</a:t>
            </a:r>
            <a:endParaRPr lang="en-US" dirty="0" smtClean="0"/>
          </a:p>
          <a:p>
            <a:pPr lvl="1"/>
            <a:r>
              <a:rPr lang="en-US" dirty="0" err="1"/>
              <a:t>findAll</a:t>
            </a:r>
            <a:r>
              <a:rPr lang="en-US" dirty="0"/>
              <a:t>(): </a:t>
            </a:r>
            <a:r>
              <a:rPr lang="en-US" dirty="0" smtClean="0"/>
              <a:t>List&lt;Account&gt;</a:t>
            </a:r>
            <a:endParaRPr lang="en-US" dirty="0"/>
          </a:p>
          <a:p>
            <a:pPr lvl="1"/>
            <a:r>
              <a:rPr lang="en-US" dirty="0" err="1" smtClean="0"/>
              <a:t>findAdmins</a:t>
            </a:r>
            <a:r>
              <a:rPr lang="en-US" dirty="0" smtClean="0"/>
              <a:t>(): List&lt;Account&gt;</a:t>
            </a:r>
          </a:p>
          <a:p>
            <a:r>
              <a:rPr lang="en-US" dirty="0" err="1" smtClean="0"/>
              <a:t>AccountDAO</a:t>
            </a:r>
            <a:endParaRPr lang="en-US" dirty="0" smtClean="0"/>
          </a:p>
          <a:p>
            <a:pPr lvl="1"/>
            <a:r>
              <a:rPr lang="en-US" dirty="0" err="1" smtClean="0"/>
              <a:t>findAdmins</a:t>
            </a:r>
            <a:r>
              <a:rPr lang="en-US" dirty="0" smtClean="0"/>
              <a:t>()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66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Authority Front-End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authority-ctrl.js</a:t>
            </a:r>
          </a:p>
          <a:p>
            <a:pPr lvl="1"/>
            <a:r>
              <a:rPr lang="en-US" dirty="0" smtClean="0"/>
              <a:t>roles, admins, authorities</a:t>
            </a:r>
            <a:endParaRPr lang="en-US" dirty="0"/>
          </a:p>
          <a:p>
            <a:pPr lvl="1"/>
            <a:r>
              <a:rPr lang="en-US" dirty="0"/>
              <a:t>initialize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authority_of</a:t>
            </a:r>
            <a:r>
              <a:rPr lang="en-US" dirty="0" smtClean="0"/>
              <a:t>(account</a:t>
            </a:r>
            <a:r>
              <a:rPr lang="en-US" dirty="0"/>
              <a:t>, role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authority_changed</a:t>
            </a:r>
            <a:r>
              <a:rPr lang="en-US" dirty="0" smtClean="0"/>
              <a:t>(account</a:t>
            </a:r>
            <a:r>
              <a:rPr lang="en-US" dirty="0"/>
              <a:t>, role)</a:t>
            </a:r>
            <a:endParaRPr lang="en-US" dirty="0" smtClean="0"/>
          </a:p>
          <a:p>
            <a:pPr lvl="1"/>
            <a:r>
              <a:rPr lang="en-US" dirty="0" err="1" smtClean="0"/>
              <a:t>grant_authority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revoke_authority</a:t>
            </a:r>
            <a:r>
              <a:rPr lang="en-US" dirty="0" smtClean="0"/>
              <a:t> 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2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33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609600" y="990600"/>
            <a:ext cx="1097280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ame 5"/>
          <p:cNvSpPr/>
          <p:nvPr/>
        </p:nvSpPr>
        <p:spPr>
          <a:xfrm rot="16200000">
            <a:off x="6042407" y="2537572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ame 47"/>
          <p:cNvSpPr/>
          <p:nvPr/>
        </p:nvSpPr>
        <p:spPr>
          <a:xfrm rot="16200000">
            <a:off x="-22971" y="2537024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ame 48"/>
          <p:cNvSpPr/>
          <p:nvPr/>
        </p:nvSpPr>
        <p:spPr>
          <a:xfrm rot="16200000">
            <a:off x="2994407" y="2537025"/>
            <a:ext cx="3657964" cy="1478421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Server-side Technology Architecture Model</a:t>
            </a:r>
            <a:endParaRPr 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9829800" y="2665691"/>
            <a:ext cx="1295400" cy="1221088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DB</a:t>
            </a:r>
            <a:endParaRPr lang="en-US" sz="2400" dirty="0"/>
          </a:p>
        </p:txBody>
      </p:sp>
      <p:sp>
        <p:nvSpPr>
          <p:cNvPr id="5" name="Oval 4"/>
          <p:cNvSpPr/>
          <p:nvPr/>
        </p:nvSpPr>
        <p:spPr>
          <a:xfrm>
            <a:off x="1445880" y="1905000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C1</a:t>
            </a:r>
            <a:endParaRPr lang="en-US" sz="2400" dirty="0"/>
          </a:p>
        </p:txBody>
      </p:sp>
      <p:sp>
        <p:nvSpPr>
          <p:cNvPr id="26" name="Oval 25"/>
          <p:cNvSpPr/>
          <p:nvPr/>
        </p:nvSpPr>
        <p:spPr>
          <a:xfrm>
            <a:off x="1445880" y="2940836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C2</a:t>
            </a:r>
            <a:endParaRPr lang="en-US" sz="2400" dirty="0"/>
          </a:p>
        </p:txBody>
      </p:sp>
      <p:sp>
        <p:nvSpPr>
          <p:cNvPr id="28" name="Oval 27"/>
          <p:cNvSpPr/>
          <p:nvPr/>
        </p:nvSpPr>
        <p:spPr>
          <a:xfrm>
            <a:off x="1445880" y="3978710"/>
            <a:ext cx="720261" cy="67079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C3</a:t>
            </a:r>
            <a:endParaRPr lang="en-US" sz="2400" dirty="0"/>
          </a:p>
        </p:txBody>
      </p:sp>
      <p:sp>
        <p:nvSpPr>
          <p:cNvPr id="29" name="Oval 28"/>
          <p:cNvSpPr/>
          <p:nvPr/>
        </p:nvSpPr>
        <p:spPr>
          <a:xfrm>
            <a:off x="4463259" y="1905000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S1</a:t>
            </a:r>
            <a:endParaRPr lang="en-US" sz="2400" dirty="0"/>
          </a:p>
        </p:txBody>
      </p:sp>
      <p:sp>
        <p:nvSpPr>
          <p:cNvPr id="30" name="Oval 29"/>
          <p:cNvSpPr/>
          <p:nvPr/>
        </p:nvSpPr>
        <p:spPr>
          <a:xfrm>
            <a:off x="4463259" y="2940836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S2</a:t>
            </a:r>
            <a:endParaRPr lang="en-US" sz="2400" dirty="0"/>
          </a:p>
        </p:txBody>
      </p:sp>
      <p:sp>
        <p:nvSpPr>
          <p:cNvPr id="32" name="Oval 31"/>
          <p:cNvSpPr/>
          <p:nvPr/>
        </p:nvSpPr>
        <p:spPr>
          <a:xfrm>
            <a:off x="4463259" y="3978710"/>
            <a:ext cx="720261" cy="670799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S3</a:t>
            </a:r>
            <a:endParaRPr lang="en-US" sz="2400" dirty="0"/>
          </a:p>
        </p:txBody>
      </p:sp>
      <p:sp>
        <p:nvSpPr>
          <p:cNvPr id="33" name="Oval 32"/>
          <p:cNvSpPr/>
          <p:nvPr/>
        </p:nvSpPr>
        <p:spPr>
          <a:xfrm>
            <a:off x="7536811" y="1905000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34" name="Oval 33"/>
          <p:cNvSpPr/>
          <p:nvPr/>
        </p:nvSpPr>
        <p:spPr>
          <a:xfrm>
            <a:off x="7536811" y="2940836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35" name="Oval 34"/>
          <p:cNvSpPr/>
          <p:nvPr/>
        </p:nvSpPr>
        <p:spPr>
          <a:xfrm>
            <a:off x="7536811" y="3978710"/>
            <a:ext cx="720261" cy="67079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  <a:r>
              <a:rPr lang="en-US" sz="2400" dirty="0" smtClean="0"/>
              <a:t>3</a:t>
            </a:r>
            <a:endParaRPr lang="en-US" sz="2400" dirty="0"/>
          </a:p>
        </p:txBody>
      </p:sp>
      <p:cxnSp>
        <p:nvCxnSpPr>
          <p:cNvPr id="11" name="Straight Arrow Connector 10"/>
          <p:cNvCxnSpPr>
            <a:stCxn id="5" idx="6"/>
            <a:endCxn id="29" idx="2"/>
          </p:cNvCxnSpPr>
          <p:nvPr/>
        </p:nvCxnSpPr>
        <p:spPr>
          <a:xfrm>
            <a:off x="2166141" y="2240400"/>
            <a:ext cx="229711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6"/>
            <a:endCxn id="30" idx="2"/>
          </p:cNvCxnSpPr>
          <p:nvPr/>
        </p:nvCxnSpPr>
        <p:spPr>
          <a:xfrm>
            <a:off x="2166141" y="2240400"/>
            <a:ext cx="2297118" cy="10358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0" idx="6"/>
            <a:endCxn id="34" idx="2"/>
          </p:cNvCxnSpPr>
          <p:nvPr/>
        </p:nvCxnSpPr>
        <p:spPr>
          <a:xfrm>
            <a:off x="5183520" y="3276236"/>
            <a:ext cx="23532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0" idx="6"/>
            <a:endCxn id="35" idx="2"/>
          </p:cNvCxnSpPr>
          <p:nvPr/>
        </p:nvCxnSpPr>
        <p:spPr>
          <a:xfrm>
            <a:off x="5183520" y="3276236"/>
            <a:ext cx="2353291" cy="10378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33" idx="6"/>
            <a:endCxn id="4" idx="2"/>
          </p:cNvCxnSpPr>
          <p:nvPr/>
        </p:nvCxnSpPr>
        <p:spPr>
          <a:xfrm>
            <a:off x="8257072" y="2240400"/>
            <a:ext cx="1572728" cy="10358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4" idx="6"/>
            <a:endCxn id="4" idx="2"/>
          </p:cNvCxnSpPr>
          <p:nvPr/>
        </p:nvCxnSpPr>
        <p:spPr>
          <a:xfrm flipV="1">
            <a:off x="8257072" y="3276235"/>
            <a:ext cx="1572728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35" idx="6"/>
            <a:endCxn id="4" idx="2"/>
          </p:cNvCxnSpPr>
          <p:nvPr/>
        </p:nvCxnSpPr>
        <p:spPr>
          <a:xfrm flipV="1">
            <a:off x="8257072" y="3276235"/>
            <a:ext cx="1572728" cy="10378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56455" y="5646499"/>
            <a:ext cx="18991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FF9900"/>
                </a:solidFill>
                <a:effectLst/>
              </a:rPr>
              <a:t>Controller</a:t>
            </a:r>
            <a:endParaRPr lang="en-US" sz="3200" b="1" cap="none" spc="0" dirty="0">
              <a:ln/>
              <a:solidFill>
                <a:srgbClr val="FF9900"/>
              </a:solidFill>
              <a:effectLst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119318" y="5635067"/>
            <a:ext cx="1408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7030A0"/>
                </a:solidFill>
                <a:effectLst/>
              </a:rPr>
              <a:t>Service</a:t>
            </a:r>
            <a:endParaRPr lang="en-US" sz="3200" b="1" cap="none" spc="0" dirty="0">
              <a:ln/>
              <a:solidFill>
                <a:srgbClr val="7030A0"/>
              </a:solidFill>
              <a:effectLst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859862" y="5646499"/>
            <a:ext cx="20230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00B0F0"/>
                </a:solidFill>
                <a:effectLst/>
              </a:rPr>
              <a:t>Repository</a:t>
            </a:r>
            <a:endParaRPr lang="en-US" sz="3200" b="1" cap="none" spc="0" dirty="0">
              <a:ln/>
              <a:solidFill>
                <a:srgbClr val="00B0F0"/>
              </a:solidFill>
              <a:effectLst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90783" y="5638800"/>
            <a:ext cx="177343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 dirty="0" smtClean="0">
                <a:ln/>
                <a:solidFill>
                  <a:srgbClr val="C00000"/>
                </a:solidFill>
                <a:effectLst/>
              </a:rPr>
              <a:t>Database</a:t>
            </a:r>
            <a:endParaRPr lang="en-US" sz="3200" b="1" cap="none" spc="0" dirty="0">
              <a:ln/>
              <a:solidFill>
                <a:srgbClr val="C00000"/>
              </a:solidFill>
              <a:effectLst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89188" y="6159898"/>
            <a:ext cx="163365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FF9900"/>
                </a:solidFill>
                <a:effectLst/>
              </a:rPr>
              <a:t>(Behaviors)</a:t>
            </a:r>
            <a:endParaRPr lang="en-US" sz="2400" b="1" cap="none" spc="0" dirty="0">
              <a:ln/>
              <a:solidFill>
                <a:srgbClr val="FF9900"/>
              </a:solidFill>
              <a:effectLst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114158" y="6148466"/>
            <a:ext cx="14184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7030A0"/>
                </a:solidFill>
                <a:effectLst/>
              </a:rPr>
              <a:t>(Services)</a:t>
            </a:r>
            <a:endParaRPr lang="en-US" sz="2400" b="1" cap="none" spc="0" dirty="0">
              <a:ln/>
              <a:solidFill>
                <a:srgbClr val="7030A0"/>
              </a:solidFill>
              <a:effectLst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332747" y="6159898"/>
            <a:ext cx="10772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00B0F0"/>
                </a:solidFill>
                <a:effectLst/>
              </a:rPr>
              <a:t>(DAOs)</a:t>
            </a:r>
            <a:endParaRPr lang="en-US" sz="2400" b="1" cap="none" spc="0" dirty="0">
              <a:ln/>
              <a:solidFill>
                <a:srgbClr val="00B0F0"/>
              </a:solidFill>
              <a:effectLst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888654" y="6152199"/>
            <a:ext cx="117769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 smtClean="0">
                <a:ln/>
                <a:solidFill>
                  <a:srgbClr val="C00000"/>
                </a:solidFill>
                <a:effectLst/>
              </a:rPr>
              <a:t>(Tables)</a:t>
            </a:r>
            <a:endParaRPr lang="en-US" sz="2400" b="1" cap="none" spc="0" dirty="0">
              <a:ln/>
              <a:solidFill>
                <a:srgbClr val="C00000"/>
              </a:solidFill>
              <a:effectLst/>
            </a:endParaRPr>
          </a:p>
        </p:txBody>
      </p:sp>
      <p:sp>
        <p:nvSpPr>
          <p:cNvPr id="63" name="Flowchart: Multidocument 62"/>
          <p:cNvSpPr/>
          <p:nvPr/>
        </p:nvSpPr>
        <p:spPr>
          <a:xfrm>
            <a:off x="5805342" y="2123418"/>
            <a:ext cx="1102105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Entity</a:t>
            </a:r>
            <a:endParaRPr lang="en-US" sz="2400" dirty="0"/>
          </a:p>
        </p:txBody>
      </p:sp>
      <p:sp>
        <p:nvSpPr>
          <p:cNvPr id="64" name="Flowchart: Multidocument 63"/>
          <p:cNvSpPr/>
          <p:nvPr/>
        </p:nvSpPr>
        <p:spPr>
          <a:xfrm>
            <a:off x="2784095" y="3267193"/>
            <a:ext cx="1102105" cy="9144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662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000"/>
                            </p:stCondLst>
                            <p:childTnLst>
                              <p:par>
                                <p:cTn id="1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8" grpId="0" animBg="1"/>
      <p:bldP spid="49" grpId="0" animBg="1"/>
      <p:bldP spid="4" grpId="0" animBg="1"/>
      <p:bldP spid="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25" grpId="0"/>
      <p:bldP spid="52" grpId="0"/>
      <p:bldP spid="53" grpId="0"/>
      <p:bldP spid="55" grpId="0"/>
      <p:bldP spid="57" grpId="0"/>
      <p:bldP spid="59" grpId="0"/>
      <p:bldP spid="61" grpId="0"/>
      <p:bldP spid="62" grpId="0"/>
      <p:bldP spid="63" grpId="0" animBg="1"/>
      <p:bldP spid="6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0861"/>
          <a:stretch/>
        </p:blipFill>
        <p:spPr bwMode="auto">
          <a:xfrm>
            <a:off x="0" y="0"/>
            <a:ext cx="2853507" cy="6845300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787345" y="12700"/>
            <a:ext cx="9404656" cy="6832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75344" y="4724400"/>
            <a:ext cx="4506456" cy="22393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182880" rtlCol="0" anchor="ctr"/>
          <a:lstStyle/>
          <a:p>
            <a:pPr algn="ctr"/>
            <a:r>
              <a:rPr lang="en-US" sz="5400" b="1" spc="-20" dirty="0" smtClean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FPT Polytechnic</a:t>
            </a:r>
            <a:endParaRPr lang="en-US" sz="5400" b="1" spc="-20" dirty="0"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66800" y="2542160"/>
            <a:ext cx="3327030" cy="4371824"/>
            <a:chOff x="-2798010" y="2616804"/>
            <a:chExt cx="2238173" cy="4371824"/>
          </a:xfrm>
        </p:grpSpPr>
        <p:sp>
          <p:nvSpPr>
            <p:cNvPr id="16" name="Freeform 15"/>
            <p:cNvSpPr/>
            <p:nvPr/>
          </p:nvSpPr>
          <p:spPr>
            <a:xfrm>
              <a:off x="-2468880" y="3032760"/>
              <a:ext cx="1737360" cy="1935480"/>
            </a:xfrm>
            <a:custGeom>
              <a:avLst/>
              <a:gdLst>
                <a:gd name="connsiteX0" fmla="*/ 0 w 1737360"/>
                <a:gd name="connsiteY0" fmla="*/ 0 h 1935480"/>
                <a:gd name="connsiteX1" fmla="*/ 228600 w 1737360"/>
                <a:gd name="connsiteY1" fmla="*/ 1158240 h 1935480"/>
                <a:gd name="connsiteX2" fmla="*/ 701040 w 1737360"/>
                <a:gd name="connsiteY2" fmla="*/ 1524000 h 1935480"/>
                <a:gd name="connsiteX3" fmla="*/ 1432560 w 1737360"/>
                <a:gd name="connsiteY3" fmla="*/ 1935480 h 1935480"/>
                <a:gd name="connsiteX4" fmla="*/ 1737360 w 1737360"/>
                <a:gd name="connsiteY4" fmla="*/ 1844040 h 1935480"/>
                <a:gd name="connsiteX5" fmla="*/ 1706880 w 1737360"/>
                <a:gd name="connsiteY5" fmla="*/ 1676400 h 1935480"/>
                <a:gd name="connsiteX6" fmla="*/ 1706880 w 1737360"/>
                <a:gd name="connsiteY6" fmla="*/ 1234440 h 1935480"/>
                <a:gd name="connsiteX7" fmla="*/ 1493520 w 1737360"/>
                <a:gd name="connsiteY7" fmla="*/ 899160 h 1935480"/>
                <a:gd name="connsiteX8" fmla="*/ 1036320 w 1737360"/>
                <a:gd name="connsiteY8" fmla="*/ 701040 h 1935480"/>
                <a:gd name="connsiteX9" fmla="*/ 350520 w 1737360"/>
                <a:gd name="connsiteY9" fmla="*/ 259080 h 1935480"/>
                <a:gd name="connsiteX10" fmla="*/ 0 w 1737360"/>
                <a:gd name="connsiteY10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7360" h="1935480">
                  <a:moveTo>
                    <a:pt x="0" y="0"/>
                  </a:moveTo>
                  <a:lnTo>
                    <a:pt x="228600" y="1158240"/>
                  </a:lnTo>
                  <a:lnTo>
                    <a:pt x="701040" y="1524000"/>
                  </a:lnTo>
                  <a:lnTo>
                    <a:pt x="1432560" y="1935480"/>
                  </a:lnTo>
                  <a:lnTo>
                    <a:pt x="1737360" y="1844040"/>
                  </a:lnTo>
                  <a:lnTo>
                    <a:pt x="1706880" y="1676400"/>
                  </a:lnTo>
                  <a:lnTo>
                    <a:pt x="1706880" y="1234440"/>
                  </a:lnTo>
                  <a:lnTo>
                    <a:pt x="1493520" y="899160"/>
                  </a:lnTo>
                  <a:lnTo>
                    <a:pt x="1036320" y="701040"/>
                  </a:lnTo>
                  <a:lnTo>
                    <a:pt x="350520" y="259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just">
                <a:lnSpc>
                  <a:spcPct val="120000"/>
                </a:lnSpc>
                <a:spcBef>
                  <a:spcPts val="600"/>
                </a:spcBef>
              </a:pPr>
              <a:endParaRPr lang="vi-VN" sz="2400" b="1"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-2798010" y="2616804"/>
              <a:ext cx="2238173" cy="4371824"/>
              <a:chOff x="100462" y="2616804"/>
              <a:chExt cx="2238173" cy="4371824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00462" y="2616804"/>
                <a:ext cx="2238173" cy="3972506"/>
                <a:chOff x="-84753" y="2896722"/>
                <a:chExt cx="2238173" cy="3972506"/>
              </a:xfrm>
            </p:grpSpPr>
            <p:sp>
              <p:nvSpPr>
                <p:cNvPr id="20" name="Freeform 19"/>
                <p:cNvSpPr/>
                <p:nvPr/>
              </p:nvSpPr>
              <p:spPr>
                <a:xfrm>
                  <a:off x="196771" y="3252486"/>
                  <a:ext cx="114172" cy="1400537"/>
                </a:xfrm>
                <a:custGeom>
                  <a:avLst/>
                  <a:gdLst>
                    <a:gd name="connsiteX0" fmla="*/ 0 w 57873"/>
                    <a:gd name="connsiteY0" fmla="*/ 0 h 1400537"/>
                    <a:gd name="connsiteX1" fmla="*/ 57873 w 57873"/>
                    <a:gd name="connsiteY1" fmla="*/ 1400537 h 1400537"/>
                    <a:gd name="connsiteX2" fmla="*/ 57873 w 57873"/>
                    <a:gd name="connsiteY2" fmla="*/ 1400537 h 1400537"/>
                    <a:gd name="connsiteX3" fmla="*/ 46298 w 57873"/>
                    <a:gd name="connsiteY3" fmla="*/ 57873 h 1400537"/>
                    <a:gd name="connsiteX4" fmla="*/ 0 w 57873"/>
                    <a:gd name="connsiteY4" fmla="*/ 0 h 1400537"/>
                    <a:gd name="connsiteX0" fmla="*/ 0 w 83739"/>
                    <a:gd name="connsiteY0" fmla="*/ 0 h 1400537"/>
                    <a:gd name="connsiteX1" fmla="*/ 57873 w 83739"/>
                    <a:gd name="connsiteY1" fmla="*/ 1400537 h 1400537"/>
                    <a:gd name="connsiteX2" fmla="*/ 57873 w 83739"/>
                    <a:gd name="connsiteY2" fmla="*/ 1400537 h 1400537"/>
                    <a:gd name="connsiteX3" fmla="*/ 83646 w 83739"/>
                    <a:gd name="connsiteY3" fmla="*/ 1142730 h 1400537"/>
                    <a:gd name="connsiteX4" fmla="*/ 46298 w 83739"/>
                    <a:gd name="connsiteY4" fmla="*/ 57873 h 1400537"/>
                    <a:gd name="connsiteX5" fmla="*/ 0 w 83739"/>
                    <a:gd name="connsiteY5" fmla="*/ 0 h 1400537"/>
                    <a:gd name="connsiteX0" fmla="*/ 0 w 114172"/>
                    <a:gd name="connsiteY0" fmla="*/ 0 h 1400537"/>
                    <a:gd name="connsiteX1" fmla="*/ 57873 w 114172"/>
                    <a:gd name="connsiteY1" fmla="*/ 1400537 h 1400537"/>
                    <a:gd name="connsiteX2" fmla="*/ 57873 w 114172"/>
                    <a:gd name="connsiteY2" fmla="*/ 1400537 h 1400537"/>
                    <a:gd name="connsiteX3" fmla="*/ 114126 w 114172"/>
                    <a:gd name="connsiteY3" fmla="*/ 1136634 h 1400537"/>
                    <a:gd name="connsiteX4" fmla="*/ 46298 w 114172"/>
                    <a:gd name="connsiteY4" fmla="*/ 57873 h 1400537"/>
                    <a:gd name="connsiteX5" fmla="*/ 0 w 114172"/>
                    <a:gd name="connsiteY5" fmla="*/ 0 h 140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172" h="1400537">
                      <a:moveTo>
                        <a:pt x="0" y="0"/>
                      </a:moveTo>
                      <a:lnTo>
                        <a:pt x="57873" y="1400537"/>
                      </a:lnTo>
                      <a:lnTo>
                        <a:pt x="57873" y="1400537"/>
                      </a:lnTo>
                      <a:cubicBezTo>
                        <a:pt x="57089" y="1327089"/>
                        <a:pt x="116055" y="1360411"/>
                        <a:pt x="114126" y="1136634"/>
                      </a:cubicBezTo>
                      <a:cubicBezTo>
                        <a:pt x="112197" y="912857"/>
                        <a:pt x="55159" y="217848"/>
                        <a:pt x="46298" y="5787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just">
                    <a:lnSpc>
                      <a:spcPct val="120000"/>
                    </a:lnSpc>
                    <a:spcBef>
                      <a:spcPts val="600"/>
                    </a:spcBef>
                  </a:pPr>
                  <a:endParaRPr lang="vi-VN" sz="2400" b="1"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1966" b="96151" l="24898" r="76658">
                              <a14:foregroundMark x1="30139" y1="9337" x2="46274" y2="16216"/>
                              <a14:foregroundMark x1="46274" y1="17609" x2="54464" y2="23014"/>
                              <a14:foregroundMark x1="56921" y1="29894" x2="69533" y2="34316"/>
                              <a14:foregroundMark x1="69861" y1="35627" x2="69533" y2="63554"/>
                              <a14:foregroundMark x1="68223" y1="62735" x2="70352" y2="43325"/>
                              <a14:foregroundMark x1="71171" y1="38084" x2="71990" y2="51515"/>
                              <a14:foregroundMark x1="66830" y1="41360" x2="67649" y2="52334"/>
                              <a14:foregroundMark x1="68468" y1="43571" x2="48485" y2="34562"/>
                              <a14:foregroundMark x1="69533" y1="48239" x2="62408" y2="37592"/>
                              <a14:foregroundMark x1="63554" y1="38657" x2="66257" y2="47174"/>
                              <a14:foregroundMark x1="53153" y1="19492" x2="54464" y2="23014"/>
                              <a14:foregroundMark x1="27109" y1="8272" x2="29566" y2="50942"/>
                              <a14:foregroundMark x1="31777" y1="40868" x2="30631" y2="20066"/>
                              <a14:foregroundMark x1="28174" y1="8845" x2="29566" y2="42506"/>
                              <a14:foregroundMark x1="36691" y1="46847" x2="42424" y2="48485"/>
                              <a14:foregroundMark x1="45455" y1="56429" x2="46519" y2="60033"/>
                              <a14:foregroundMark x1="49877" y1="44144" x2="58886" y2="65766"/>
                              <a14:foregroundMark x1="44799" y1="56429" x2="44881" y2="52252"/>
                              <a14:foregroundMark x1="64046" y1="38903" x2="62326" y2="45127"/>
                              <a14:foregroundMark x1="65684" y1="38002" x2="63964" y2="43735"/>
                              <a14:foregroundMark x1="62981" y1="38084" x2="63554" y2="41687"/>
                              <a14:foregroundMark x1="64619" y1="37838" x2="62162" y2="40295"/>
                              <a14:foregroundMark x1="64373" y1="38084" x2="65192" y2="44554"/>
                              <a14:foregroundMark x1="62735" y1="38903" x2="66257" y2="41360"/>
                              <a14:foregroundMark x1="66011" y1="45373" x2="69124" y2="50696"/>
                              <a14:foregroundMark x1="67813" y1="44963" x2="69042" y2="50123"/>
                              <a14:foregroundMark x1="69042" y1="44554" x2="69533" y2="50041"/>
                              <a14:foregroundMark x1="69451" y1="44308" x2="69861" y2="50041"/>
                              <a14:foregroundMark x1="69861" y1="45946" x2="69943" y2="51843"/>
                              <a14:foregroundMark x1="69697" y1="45536" x2="69861" y2="51515"/>
                              <a14:foregroundMark x1="69861" y1="46192" x2="70516" y2="49877"/>
                              <a14:foregroundMark x1="71499" y1="51351" x2="66011" y2="47830"/>
                              <a14:foregroundMark x1="64865" y1="38657" x2="62408" y2="41360"/>
                              <a14:foregroundMark x1="61753" y1="38247" x2="64373" y2="41933"/>
                              <a14:foregroundMark x1="59951" y1="38411" x2="66011" y2="41278"/>
                              <a14:foregroundMark x1="65684" y1="37265" x2="63964" y2="41360"/>
                              <a14:foregroundMark x1="59541" y1="37428" x2="61179" y2="42506"/>
                              <a14:foregroundMark x1="61753" y1="38411" x2="64373" y2="43489"/>
                              <a14:foregroundMark x1="62735" y1="39230" x2="62981" y2="41933"/>
                              <a14:foregroundMark x1="61507" y1="37674" x2="62817" y2="43735"/>
                              <a14:foregroundMark x1="61998" y1="38084" x2="63145" y2="42097"/>
                              <a14:foregroundMark x1="61589" y1="38247" x2="63145" y2="42670"/>
                              <a14:foregroundMark x1="62408" y1="37428" x2="64046" y2="42916"/>
                              <a14:foregroundMark x1="62981" y1="37674" x2="65029" y2="43489"/>
                              <a14:foregroundMark x1="63145" y1="35790" x2="66093" y2="44144"/>
                              <a14:foregroundMark x1="64455" y1="37265" x2="66257" y2="45536"/>
                              <a14:foregroundMark x1="64373" y1="37838" x2="67240" y2="43079"/>
                              <a14:foregroundMark x1="62981" y1="38411" x2="62817" y2="43079"/>
                              <a14:foregroundMark x1="62817" y1="42097" x2="65192" y2="45536"/>
                              <a14:foregroundMark x1="28501" y1="26454" x2="29566" y2="42752"/>
                              <a14:foregroundMark x1="26863" y1="5815" x2="33170" y2="93939"/>
                              <a14:foregroundMark x1="27355" y1="4996" x2="27109" y2="8026"/>
                              <a14:foregroundMark x1="61916" y1="36773" x2="66749" y2="41769"/>
                              <a14:foregroundMark x1="65192" y1="34889" x2="67322" y2="46192"/>
                              <a14:foregroundMark x1="68468" y1="41032" x2="69206" y2="52334"/>
                              <a14:foregroundMark x1="70762" y1="46028" x2="70188" y2="51761"/>
                              <a14:foregroundMark x1="71335" y1="47174" x2="69042" y2="52170"/>
                              <a14:foregroundMark x1="71744" y1="51188" x2="65438" y2="48157"/>
                              <a14:foregroundMark x1="67158" y1="47748" x2="70188" y2="49877"/>
                              <a14:foregroundMark x1="71581" y1="52334" x2="62326" y2="36036"/>
                              <a14:foregroundMark x1="62572" y1="35299" x2="66339" y2="40049"/>
                              <a14:foregroundMark x1="64455" y1="35053" x2="65602" y2="41196"/>
                              <a14:foregroundMark x1="64619" y1="35872" x2="66175" y2="45045"/>
                              <a14:foregroundMark x1="62899" y1="38329" x2="65192" y2="44636"/>
                              <a14:foregroundMark x1="63145" y1="37183" x2="65029" y2="44308"/>
                              <a14:foregroundMark x1="62162" y1="37183" x2="67158" y2="46765"/>
                              <a14:foregroundMark x1="63309" y1="35463" x2="68059" y2="52334"/>
                              <a14:foregroundMark x1="65192" y1="40868" x2="70434" y2="50450"/>
                              <a14:foregroundMark x1="68059" y1="41769" x2="69451" y2="50205"/>
                              <a14:foregroundMark x1="67158" y1="41605" x2="68468" y2="52744"/>
                              <a14:foregroundMark x1="68468" y1="47174" x2="69861" y2="54218"/>
                              <a14:foregroundMark x1="68059" y1="44881" x2="69451" y2="53481"/>
                              <a14:foregroundMark x1="69206" y1="45618" x2="70434" y2="55201"/>
                              <a14:foregroundMark x1="68632" y1="45618" x2="70598" y2="54054"/>
                              <a14:foregroundMark x1="69861" y1="47748" x2="69861" y2="53317"/>
                              <a14:foregroundMark x1="69861" y1="46765" x2="69861" y2="51351"/>
                              <a14:foregroundMark x1="70598" y1="45618" x2="70598" y2="52170"/>
                              <a14:foregroundMark x1="70598" y1="48894" x2="71007" y2="53645"/>
                              <a14:foregroundMark x1="70434" y1="45455" x2="70434" y2="49304"/>
                              <a14:foregroundMark x1="70434" y1="46355" x2="70434" y2="54218"/>
                              <a14:foregroundMark x1="70434" y1="46929" x2="70598" y2="52170"/>
                              <a14:foregroundMark x1="70598" y1="47338" x2="70598" y2="53890"/>
                              <a14:foregroundMark x1="70188" y1="44472" x2="70188" y2="52170"/>
                              <a14:foregroundMark x1="70188" y1="43898" x2="70762" y2="52744"/>
                              <a14:foregroundMark x1="70434" y1="47748" x2="70762" y2="53071"/>
                              <a14:foregroundMark x1="69861" y1="43161" x2="70025" y2="50450"/>
                              <a14:foregroundMark x1="66175" y1="40459" x2="67486" y2="48321"/>
                              <a14:foregroundMark x1="65192" y1="35872" x2="67895" y2="47174"/>
                              <a14:foregroundMark x1="63882" y1="36036" x2="66585" y2="44308"/>
                              <a14:foregroundMark x1="64292" y1="38903" x2="65602" y2="45209"/>
                              <a14:foregroundMark x1="63882" y1="38739" x2="65766" y2="45209"/>
                              <a14:foregroundMark x1="64046" y1="39066" x2="65192" y2="44308"/>
                              <a14:foregroundMark x1="63882" y1="41032" x2="65029" y2="45618"/>
                              <a14:foregroundMark x1="64292" y1="41605" x2="65602" y2="46929"/>
                              <a14:foregroundMark x1="70188" y1="46765" x2="70025" y2="53972"/>
                              <a14:foregroundMark x1="70352" y1="45700" x2="70352" y2="51843"/>
                              <a14:foregroundMark x1="70352" y1="43980" x2="69861" y2="52007"/>
                              <a14:foregroundMark x1="69533" y1="44308" x2="69124" y2="52334"/>
                              <a14:foregroundMark x1="68305" y1="48321" x2="68305" y2="53645"/>
                              <a14:foregroundMark x1="67895" y1="46028" x2="67731" y2="50942"/>
                              <a14:foregroundMark x1="67568" y1="47502" x2="67568" y2="53071"/>
                              <a14:foregroundMark x1="66912" y1="47093" x2="66912" y2="53071"/>
                              <a14:foregroundMark x1="66912" y1="48894" x2="66912" y2="54136"/>
                              <a14:foregroundMark x1="66912" y1="45864" x2="67240" y2="53399"/>
                              <a14:foregroundMark x1="67404" y1="46355" x2="68141" y2="53972"/>
                              <a14:foregroundMark x1="68141" y1="47420" x2="69124" y2="54791"/>
                              <a14:foregroundMark x1="70025" y1="44308" x2="70188" y2="53071"/>
                              <a14:foregroundMark x1="71253" y1="43407" x2="71253" y2="50287"/>
                              <a14:foregroundMark x1="71253" y1="47256" x2="71253" y2="55528"/>
                              <a14:foregroundMark x1="71826" y1="45536" x2="71826" y2="52907"/>
                              <a14:foregroundMark x1="71826" y1="47093" x2="71826" y2="52580"/>
                              <a14:foregroundMark x1="71663" y1="45536" x2="71663" y2="52580"/>
                              <a14:foregroundMark x1="71663" y1="46028" x2="70925" y2="53563"/>
                              <a14:foregroundMark x1="70925" y1="46765" x2="70925" y2="52907"/>
                              <a14:foregroundMark x1="70925" y1="43898" x2="70598" y2="53235"/>
                              <a14:foregroundMark x1="70598" y1="48321" x2="70352" y2="53071"/>
                              <a14:foregroundMark x1="70188" y1="47256" x2="70352" y2="53972"/>
                              <a14:foregroundMark x1="70352" y1="46601" x2="70352" y2="54136"/>
                              <a14:foregroundMark x1="70352" y1="45700" x2="70352" y2="50614"/>
                              <a14:foregroundMark x1="70352" y1="47093" x2="70352" y2="53071"/>
                              <a14:foregroundMark x1="70352" y1="47502" x2="70188" y2="54300"/>
                              <a14:foregroundMark x1="69369" y1="46028" x2="69206" y2="50614"/>
                              <a14:foregroundMark x1="69206" y1="47666" x2="69206" y2="52416"/>
                              <a14:foregroundMark x1="69206" y1="44963" x2="69206" y2="49713"/>
                              <a14:foregroundMark x1="69206" y1="45536" x2="68960" y2="49959"/>
                              <a14:foregroundMark x1="68960" y1="45209" x2="68305" y2="53563"/>
                              <a14:foregroundMark x1="67731" y1="48731" x2="67731" y2="54464"/>
                              <a14:foregroundMark x1="66912" y1="47093" x2="66912" y2="52334"/>
                              <a14:foregroundMark x1="68059" y1="46192" x2="68468" y2="52334"/>
                              <a14:foregroundMark x1="69369" y1="48321" x2="69861" y2="52580"/>
                              <a14:foregroundMark x1="70598" y1="47256" x2="70925" y2="52907"/>
                              <a14:foregroundMark x1="70925" y1="49386" x2="71417" y2="55528"/>
                              <a14:foregroundMark x1="66667" y1="39885" x2="66667" y2="43079"/>
                              <a14:foregroundMark x1="63882" y1="36364" x2="63882" y2="44144"/>
                              <a14:foregroundMark x1="27518" y1="8108" x2="28583" y2="27518"/>
                              <a14:foregroundMark x1="27846" y1="9091" x2="27928" y2="15889"/>
                              <a14:foregroundMark x1="28256" y1="9091" x2="27928" y2="15233"/>
                              <a14:foregroundMark x1="27928" y1="9582" x2="27928" y2="15315"/>
                              <a14:foregroundMark x1="27518" y1="8518" x2="28583" y2="33743"/>
                              <a14:foregroundMark x1="28010" y1="9500" x2="28256" y2="33170"/>
                              <a14:foregroundMark x1="29238" y1="17199" x2="29238" y2="27027"/>
                              <a14:foregroundMark x1="28829" y1="20147" x2="28665" y2="29484"/>
                              <a14:foregroundMark x1="28665" y1="18509" x2="28665" y2="29975"/>
                              <a14:foregroundMark x1="28419" y1="18591" x2="28337" y2="29730"/>
                              <a14:foregroundMark x1="28256" y1="16462" x2="28256" y2="25471"/>
                              <a14:foregroundMark x1="27437" y1="9173" x2="27437" y2="20147"/>
                              <a14:foregroundMark x1="28010" y1="9337" x2="28337" y2="26454"/>
                              <a14:foregroundMark x1="28665" y1="8681" x2="28665" y2="17690"/>
                              <a14:foregroundMark x1="27928" y1="9582" x2="27928" y2="16871"/>
                              <a14:foregroundMark x1="27928" y1="10074" x2="27928" y2="16380"/>
                              <a14:foregroundMark x1="27928" y1="9910" x2="28092" y2="16953"/>
                              <a14:foregroundMark x1="27518" y1="10319" x2="28993" y2="23260"/>
                              <a14:foregroundMark x1="27764" y1="16462" x2="28092" y2="24652"/>
                              <a14:foregroundMark x1="27928" y1="18755" x2="27928" y2="22113"/>
                              <a14:foregroundMark x1="27682" y1="19165" x2="28010" y2="23915"/>
                              <a14:foregroundMark x1="29238" y1="36773" x2="28911" y2="43571"/>
                              <a14:foregroundMark x1="28829" y1="37183" x2="28829" y2="41769"/>
                              <a14:foregroundMark x1="28501" y1="36691" x2="28665" y2="40704"/>
                              <a14:foregroundMark x1="28665" y1="34562" x2="29566" y2="42015"/>
                              <a14:foregroundMark x1="29566" y1="33415" x2="30221" y2="41114"/>
                              <a14:foregroundMark x1="30221" y1="32187" x2="30631" y2="40459"/>
                              <a14:foregroundMark x1="30631" y1="26699" x2="30631" y2="33989"/>
                              <a14:foregroundMark x1="29484" y1="26699" x2="29484" y2="34808"/>
                              <a14:foregroundMark x1="28993" y1="24980" x2="29075" y2="33088"/>
                              <a14:foregroundMark x1="28501" y1="23833" x2="28501" y2="32596"/>
                              <a14:foregroundMark x1="28501" y1="23260" x2="29075" y2="33661"/>
                              <a14:foregroundMark x1="28419" y1="22932" x2="28419" y2="29975"/>
                              <a14:foregroundMark x1="28419" y1="21048" x2="28665" y2="31695"/>
                              <a14:foregroundMark x1="27928" y1="24161" x2="28419" y2="33907"/>
                              <a14:foregroundMark x1="28419" y1="24324" x2="30303" y2="36937"/>
                              <a14:backgroundMark x1="26044" y1="32596" x2="27764" y2="70844"/>
                              <a14:backgroundMark x1="33661" y1="54300" x2="36118" y2="74283"/>
                              <a14:backgroundMark x1="30958" y1="4423" x2="55610" y2="12940"/>
                              <a14:backgroundMark x1="51515" y1="11548" x2="67322" y2="26044"/>
                              <a14:backgroundMark x1="61916" y1="27191" x2="71744" y2="26618"/>
                              <a14:backgroundMark x1="69533" y1="6388" x2="71744" y2="19247"/>
                              <a14:backgroundMark x1="75020" y1="32924" x2="74201" y2="94267"/>
                              <a14:backgroundMark x1="70925" y1="92056" x2="38575" y2="91237"/>
                              <a14:backgroundMark x1="32023" y1="94758" x2="26044" y2="7699"/>
                              <a14:backgroundMark x1="31450" y1="53972" x2="34480" y2="93694"/>
                              <a14:backgroundMark x1="38575" y1="94758" x2="59132" y2="95086"/>
                              <a14:backgroundMark x1="37265" y1="58067" x2="45209" y2="80835"/>
                              <a14:backgroundMark x1="43243" y1="71007" x2="67649" y2="81081"/>
                              <a14:backgroundMark x1="70106" y1="73464" x2="40213" y2="846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0048" r="23612"/>
                <a:stretch/>
              </p:blipFill>
              <p:spPr bwMode="auto">
                <a:xfrm>
                  <a:off x="-84753" y="2896722"/>
                  <a:ext cx="2238173" cy="39725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clrChange>
                  <a:clrFrom>
                    <a:srgbClr val="CBC9CC"/>
                  </a:clrFrom>
                  <a:clrTo>
                    <a:srgbClr val="CBC9C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439" b="97073" l="9016" r="6721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462" y="5057191"/>
                <a:ext cx="1150930" cy="1931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4555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12218</TotalTime>
  <Words>969</Words>
  <Application>Microsoft Office PowerPoint</Application>
  <PresentationFormat>Widescreen</PresentationFormat>
  <Paragraphs>347</Paragraphs>
  <Slides>47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Guide to building Shopping Cart Website</vt:lpstr>
      <vt:lpstr>Objectives</vt:lpstr>
      <vt:lpstr>PowerPoint Presentation</vt:lpstr>
      <vt:lpstr>Agenda</vt:lpstr>
      <vt:lpstr>PowerPoint Presentation</vt:lpstr>
      <vt:lpstr>PowerPoint Presentation</vt:lpstr>
      <vt:lpstr>Hệ thống chức năng</vt:lpstr>
      <vt:lpstr>Technology Architecture Model</vt:lpstr>
      <vt:lpstr>Server-side Technology Architecture Model</vt:lpstr>
      <vt:lpstr>Sample Database</vt:lpstr>
      <vt:lpstr>Layer Classes</vt:lpstr>
      <vt:lpstr>PowerPoint Presentation</vt:lpstr>
      <vt:lpstr>PowerPoint Presentation</vt:lpstr>
      <vt:lpstr>Website Layout</vt:lpstr>
      <vt:lpstr>PowerPoint Presentation</vt:lpstr>
      <vt:lpstr>PowerPoint Presentation</vt:lpstr>
      <vt:lpstr>Hiển thị hàng hóa</vt:lpstr>
      <vt:lpstr>Hiển thị chi tiết hàng hóa</vt:lpstr>
      <vt:lpstr>Hiển thị danh mục hàng hóa</vt:lpstr>
      <vt:lpstr>Hiển thị hàng hóa</vt:lpstr>
      <vt:lpstr>Hiển thị loại lên layout và tìm hàng hóa theo loại</vt:lpstr>
      <vt:lpstr>PowerPoint Presentation</vt:lpstr>
      <vt:lpstr>PowerPoint Presentation</vt:lpstr>
      <vt:lpstr>Nghiệp vụ giỏ hàng</vt:lpstr>
      <vt:lpstr>Shopping Cart</vt:lpstr>
      <vt:lpstr>Shopping Cart</vt:lpstr>
      <vt:lpstr>PowerPoint Presentation</vt:lpstr>
      <vt:lpstr>PowerPoint Presentation</vt:lpstr>
      <vt:lpstr>Đặt hàng</vt:lpstr>
      <vt:lpstr>Quản lý đơn hàng</vt:lpstr>
      <vt:lpstr>Purchasing and Order Management</vt:lpstr>
      <vt:lpstr>PowerPoint Presentation</vt:lpstr>
      <vt:lpstr>PowerPoint Presentation</vt:lpstr>
      <vt:lpstr>Single Page Application Layout</vt:lpstr>
      <vt:lpstr>SPA Communication Architecture</vt:lpstr>
      <vt:lpstr>PowerPoint Presentation</vt:lpstr>
      <vt:lpstr>Product Management</vt:lpstr>
      <vt:lpstr>Product Management</vt:lpstr>
      <vt:lpstr>Product Back-End</vt:lpstr>
      <vt:lpstr>Product Front-End</vt:lpstr>
      <vt:lpstr>PowerPoint Presentation</vt:lpstr>
      <vt:lpstr>Authorizing</vt:lpstr>
      <vt:lpstr>Authority Back-End</vt:lpstr>
      <vt:lpstr>Authority Front-End</vt:lpstr>
      <vt:lpstr>PowerPoint Presentation</vt:lpstr>
      <vt:lpstr>Server-side Technology Architecture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1754</cp:revision>
  <dcterms:created xsi:type="dcterms:W3CDTF">2013-04-23T08:05:33Z</dcterms:created>
  <dcterms:modified xsi:type="dcterms:W3CDTF">2021-03-23T08:15:07Z</dcterms:modified>
</cp:coreProperties>
</file>