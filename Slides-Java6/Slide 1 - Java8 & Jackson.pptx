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51"/>
  </p:notesMasterIdLst>
  <p:sldIdLst>
    <p:sldId id="709" r:id="rId2"/>
    <p:sldId id="720" r:id="rId3"/>
    <p:sldId id="745" r:id="rId4"/>
    <p:sldId id="764" r:id="rId5"/>
    <p:sldId id="711" r:id="rId6"/>
    <p:sldId id="728" r:id="rId7"/>
    <p:sldId id="727" r:id="rId8"/>
    <p:sldId id="721" r:id="rId9"/>
    <p:sldId id="723" r:id="rId10"/>
    <p:sldId id="722" r:id="rId11"/>
    <p:sldId id="751" r:id="rId12"/>
    <p:sldId id="725" r:id="rId13"/>
    <p:sldId id="724" r:id="rId14"/>
    <p:sldId id="735" r:id="rId15"/>
    <p:sldId id="761" r:id="rId16"/>
    <p:sldId id="712" r:id="rId17"/>
    <p:sldId id="717" r:id="rId18"/>
    <p:sldId id="726" r:id="rId19"/>
    <p:sldId id="744" r:id="rId20"/>
    <p:sldId id="765" r:id="rId21"/>
    <p:sldId id="729" r:id="rId22"/>
    <p:sldId id="730" r:id="rId23"/>
    <p:sldId id="731" r:id="rId24"/>
    <p:sldId id="732" r:id="rId25"/>
    <p:sldId id="736" r:id="rId26"/>
    <p:sldId id="734" r:id="rId27"/>
    <p:sldId id="750" r:id="rId28"/>
    <p:sldId id="760" r:id="rId29"/>
    <p:sldId id="714" r:id="rId30"/>
    <p:sldId id="737" r:id="rId31"/>
    <p:sldId id="719" r:id="rId32"/>
    <p:sldId id="756" r:id="rId33"/>
    <p:sldId id="757" r:id="rId34"/>
    <p:sldId id="738" r:id="rId35"/>
    <p:sldId id="747" r:id="rId36"/>
    <p:sldId id="739" r:id="rId37"/>
    <p:sldId id="766" r:id="rId38"/>
    <p:sldId id="748" r:id="rId39"/>
    <p:sldId id="740" r:id="rId40"/>
    <p:sldId id="758" r:id="rId41"/>
    <p:sldId id="741" r:id="rId42"/>
    <p:sldId id="742" r:id="rId43"/>
    <p:sldId id="767" r:id="rId44"/>
    <p:sldId id="746" r:id="rId45"/>
    <p:sldId id="749" r:id="rId46"/>
    <p:sldId id="762" r:id="rId47"/>
    <p:sldId id="707" r:id="rId48"/>
    <p:sldId id="759" r:id="rId49"/>
    <p:sldId id="752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BBB59"/>
    <a:srgbClr val="FF3300"/>
    <a:srgbClr val="F9F9F9"/>
    <a:srgbClr val="FF5A33"/>
    <a:srgbClr val="5C0000"/>
    <a:srgbClr val="FF9900"/>
    <a:srgbClr val="FFD1D1"/>
    <a:srgbClr val="FFB9B9"/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2" autoAdjust="0"/>
    <p:restoredTop sz="57091" autoAdjust="0"/>
  </p:normalViewPr>
  <p:slideViewPr>
    <p:cSldViewPr>
      <p:cViewPr varScale="1">
        <p:scale>
          <a:sx n="42" d="100"/>
          <a:sy n="42" d="100"/>
        </p:scale>
        <p:origin x="1998" y="4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CB819-52DA-49C3-A43B-E9B25D00089E}" type="doc">
      <dgm:prSet loTypeId="urn:microsoft.com/office/officeart/2005/8/layout/chevron2" loCatId="list" qsTypeId="urn:microsoft.com/office/officeart/2005/8/quickstyle/3d1" qsCatId="3D" csTypeId="urn:microsoft.com/office/officeart/2005/8/colors/colorful2" csCatId="colorful" phldr="1"/>
      <dgm:spPr>
        <a:scene3d>
          <a:camera prst="perspectiveRelaxedModerately"/>
          <a:lightRig rig="threePt" dir="t"/>
        </a:scene3d>
      </dgm:spPr>
      <dgm:t>
        <a:bodyPr/>
        <a:lstStyle/>
        <a:p>
          <a:endParaRPr lang="en-US"/>
        </a:p>
      </dgm:t>
    </dgm:pt>
    <dgm:pt modelId="{408E9CFE-02C4-4E9F-A2FF-1832087557B0}">
      <dgm:prSet phldrT="[Text]"/>
      <dgm:spPr/>
      <dgm:t>
        <a:bodyPr/>
        <a:lstStyle/>
        <a:p>
          <a:r>
            <a:rPr lang="en-US" dirty="0" smtClean="0"/>
            <a:t>Lambda</a:t>
          </a:r>
          <a:endParaRPr lang="en-US" dirty="0"/>
        </a:p>
      </dgm:t>
    </dgm:pt>
    <dgm:pt modelId="{DC1BC18E-999D-4194-801D-C051843625EF}" type="parTrans" cxnId="{72A7D383-D838-4A55-8688-AE3DB17EAA0F}">
      <dgm:prSet/>
      <dgm:spPr/>
      <dgm:t>
        <a:bodyPr/>
        <a:lstStyle/>
        <a:p>
          <a:endParaRPr lang="en-US"/>
        </a:p>
      </dgm:t>
    </dgm:pt>
    <dgm:pt modelId="{665F8B6B-8366-46BB-8E4E-2855AC696B9E}" type="sibTrans" cxnId="{72A7D383-D838-4A55-8688-AE3DB17EAA0F}">
      <dgm:prSet/>
      <dgm:spPr/>
      <dgm:t>
        <a:bodyPr/>
        <a:lstStyle/>
        <a:p>
          <a:endParaRPr lang="en-US"/>
        </a:p>
      </dgm:t>
    </dgm:pt>
    <dgm:pt modelId="{61B46B7C-180B-414F-A975-52303ECBD53D}">
      <dgm:prSet/>
      <dgm:spPr/>
      <dgm:t>
        <a:bodyPr/>
        <a:lstStyle/>
        <a:p>
          <a:r>
            <a:rPr lang="en-US" dirty="0" smtClean="0"/>
            <a:t>JSON</a:t>
          </a:r>
        </a:p>
      </dgm:t>
    </dgm:pt>
    <dgm:pt modelId="{0D4ACBDA-82EF-4BB6-BD8B-16023450A41B}" type="parTrans" cxnId="{F66659E8-8A9A-4999-9074-AA296A9BEFE4}">
      <dgm:prSet/>
      <dgm:spPr/>
      <dgm:t>
        <a:bodyPr/>
        <a:lstStyle/>
        <a:p>
          <a:endParaRPr lang="en-US"/>
        </a:p>
      </dgm:t>
    </dgm:pt>
    <dgm:pt modelId="{9C12198E-17E4-477C-9AC9-2B5765C89FD5}" type="sibTrans" cxnId="{F66659E8-8A9A-4999-9074-AA296A9BEFE4}">
      <dgm:prSet/>
      <dgm:spPr/>
      <dgm:t>
        <a:bodyPr/>
        <a:lstStyle/>
        <a:p>
          <a:endParaRPr lang="en-US"/>
        </a:p>
      </dgm:t>
    </dgm:pt>
    <dgm:pt modelId="{F3AD3FF4-54AF-4893-A0A2-DF218F4AA182}">
      <dgm:prSet phldrT="[Text]"/>
      <dgm:spPr/>
      <dgm:t>
        <a:bodyPr/>
        <a:lstStyle/>
        <a:p>
          <a:endParaRPr lang="en-US" dirty="0"/>
        </a:p>
      </dgm:t>
    </dgm:pt>
    <dgm:pt modelId="{5531CAD9-D380-4421-AAEF-682DBAE84D2B}" type="parTrans" cxnId="{EEFE2B11-DF0F-4700-9094-F761E5B9669F}">
      <dgm:prSet/>
      <dgm:spPr/>
      <dgm:t>
        <a:bodyPr/>
        <a:lstStyle/>
        <a:p>
          <a:endParaRPr lang="en-US"/>
        </a:p>
      </dgm:t>
    </dgm:pt>
    <dgm:pt modelId="{64A8F25A-7B81-474C-BB4E-1DEC4AE057F7}" type="sibTrans" cxnId="{EEFE2B11-DF0F-4700-9094-F761E5B9669F}">
      <dgm:prSet/>
      <dgm:spPr/>
      <dgm:t>
        <a:bodyPr/>
        <a:lstStyle/>
        <a:p>
          <a:endParaRPr lang="en-US"/>
        </a:p>
      </dgm:t>
    </dgm:pt>
    <dgm:pt modelId="{F171AC5D-61DF-46EE-9812-F42E96F487CB}">
      <dgm:prSet/>
      <dgm:spPr/>
      <dgm:t>
        <a:bodyPr/>
        <a:lstStyle/>
        <a:p>
          <a:endParaRPr lang="en-US" dirty="0" smtClean="0"/>
        </a:p>
      </dgm:t>
    </dgm:pt>
    <dgm:pt modelId="{0203D8EB-5151-423B-BDD4-0580E0BFBE4C}" type="parTrans" cxnId="{2C6A7513-C6EC-4ABB-BE70-DABB18F2BAF5}">
      <dgm:prSet/>
      <dgm:spPr/>
      <dgm:t>
        <a:bodyPr/>
        <a:lstStyle/>
        <a:p>
          <a:endParaRPr lang="en-US"/>
        </a:p>
      </dgm:t>
    </dgm:pt>
    <dgm:pt modelId="{822880CA-5D79-4104-9AF6-3FF09FF2427D}" type="sibTrans" cxnId="{2C6A7513-C6EC-4ABB-BE70-DABB18F2BAF5}">
      <dgm:prSet/>
      <dgm:spPr/>
      <dgm:t>
        <a:bodyPr/>
        <a:lstStyle/>
        <a:p>
          <a:endParaRPr lang="en-US"/>
        </a:p>
      </dgm:t>
    </dgm:pt>
    <dgm:pt modelId="{296F9A98-7E54-465A-91DF-DBCB4908ED90}">
      <dgm:prSet/>
      <dgm:spPr/>
      <dgm:t>
        <a:bodyPr/>
        <a:lstStyle/>
        <a:p>
          <a:r>
            <a:rPr lang="en-US" dirty="0" smtClean="0"/>
            <a:t>Jackson API</a:t>
          </a:r>
        </a:p>
      </dgm:t>
    </dgm:pt>
    <dgm:pt modelId="{3F7EC495-4C15-4CFC-8AF7-DBA40880ED0F}" type="parTrans" cxnId="{D5F1185A-090E-49BB-8B35-AD200AC38486}">
      <dgm:prSet/>
      <dgm:spPr/>
      <dgm:t>
        <a:bodyPr/>
        <a:lstStyle/>
        <a:p>
          <a:endParaRPr lang="en-US"/>
        </a:p>
      </dgm:t>
    </dgm:pt>
    <dgm:pt modelId="{BBAA6122-71AA-4A78-AF93-1D0E5F111B21}" type="sibTrans" cxnId="{D5F1185A-090E-49BB-8B35-AD200AC38486}">
      <dgm:prSet/>
      <dgm:spPr/>
      <dgm:t>
        <a:bodyPr/>
        <a:lstStyle/>
        <a:p>
          <a:endParaRPr lang="en-US"/>
        </a:p>
      </dgm:t>
    </dgm:pt>
    <dgm:pt modelId="{AD1FFF55-4A55-4A44-A41C-F24940AF8C38}">
      <dgm:prSet/>
      <dgm:spPr/>
      <dgm:t>
        <a:bodyPr/>
        <a:lstStyle/>
        <a:p>
          <a:endParaRPr lang="en-US" dirty="0" smtClean="0"/>
        </a:p>
      </dgm:t>
    </dgm:pt>
    <dgm:pt modelId="{5F37C875-9E3D-4D8A-BFBF-60D8AA43B850}" type="parTrans" cxnId="{ADC08321-3CA0-4144-BD1C-325AE11B8CDB}">
      <dgm:prSet/>
      <dgm:spPr/>
      <dgm:t>
        <a:bodyPr/>
        <a:lstStyle/>
        <a:p>
          <a:endParaRPr lang="en-US"/>
        </a:p>
      </dgm:t>
    </dgm:pt>
    <dgm:pt modelId="{5276051C-E88E-43C5-B29B-8816925EF80B}" type="sibTrans" cxnId="{ADC08321-3CA0-4144-BD1C-325AE11B8CDB}">
      <dgm:prSet/>
      <dgm:spPr/>
      <dgm:t>
        <a:bodyPr/>
        <a:lstStyle/>
        <a:p>
          <a:endParaRPr lang="en-US"/>
        </a:p>
      </dgm:t>
    </dgm:pt>
    <dgm:pt modelId="{C3FFCC56-89DF-42AD-BA83-7F5906F631AC}">
      <dgm:prSet phldrT="[Text]"/>
      <dgm:spPr/>
      <dgm:t>
        <a:bodyPr/>
        <a:lstStyle/>
        <a:p>
          <a:r>
            <a:rPr lang="en-US" dirty="0" smtClean="0"/>
            <a:t>Stream API</a:t>
          </a:r>
          <a:endParaRPr lang="en-US" dirty="0"/>
        </a:p>
      </dgm:t>
    </dgm:pt>
    <dgm:pt modelId="{02E8075D-3259-4C3E-91BB-12B5C25FA374}" type="parTrans" cxnId="{DF392395-D63E-4A7F-8F14-8B0EACA0F602}">
      <dgm:prSet/>
      <dgm:spPr/>
      <dgm:t>
        <a:bodyPr/>
        <a:lstStyle/>
        <a:p>
          <a:endParaRPr lang="en-US"/>
        </a:p>
      </dgm:t>
    </dgm:pt>
    <dgm:pt modelId="{A7CDB72A-A0B7-40C3-BD49-0A329F4F016E}" type="sibTrans" cxnId="{DF392395-D63E-4A7F-8F14-8B0EACA0F602}">
      <dgm:prSet/>
      <dgm:spPr/>
      <dgm:t>
        <a:bodyPr/>
        <a:lstStyle/>
        <a:p>
          <a:endParaRPr lang="en-US"/>
        </a:p>
      </dgm:t>
    </dgm:pt>
    <dgm:pt modelId="{C4E1862E-43D3-4BAC-984F-EE6B506A91EF}">
      <dgm:prSet phldrT="[Text]"/>
      <dgm:spPr/>
      <dgm:t>
        <a:bodyPr/>
        <a:lstStyle/>
        <a:p>
          <a:endParaRPr lang="en-US" dirty="0"/>
        </a:p>
      </dgm:t>
    </dgm:pt>
    <dgm:pt modelId="{247D51DF-FF7F-42ED-B5C0-A91A52CE60EA}" type="parTrans" cxnId="{6A74F021-9D26-47D6-BE96-7F08D26AB6E9}">
      <dgm:prSet/>
      <dgm:spPr/>
      <dgm:t>
        <a:bodyPr/>
        <a:lstStyle/>
        <a:p>
          <a:endParaRPr lang="en-US"/>
        </a:p>
      </dgm:t>
    </dgm:pt>
    <dgm:pt modelId="{678712C0-439E-4292-8A68-39DF708A8DAA}" type="sibTrans" cxnId="{6A74F021-9D26-47D6-BE96-7F08D26AB6E9}">
      <dgm:prSet/>
      <dgm:spPr/>
      <dgm:t>
        <a:bodyPr/>
        <a:lstStyle/>
        <a:p>
          <a:endParaRPr lang="en-US"/>
        </a:p>
      </dgm:t>
    </dgm:pt>
    <dgm:pt modelId="{8178D5E9-81A5-4F57-A9E9-B5F004A13590}" type="pres">
      <dgm:prSet presAssocID="{1B2CB819-52DA-49C3-A43B-E9B25D00089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39511DD-93E1-445A-B5FE-1297175AC7D5}" type="pres">
      <dgm:prSet presAssocID="{F3AD3FF4-54AF-4893-A0A2-DF218F4AA182}" presName="composite" presStyleCnt="0"/>
      <dgm:spPr/>
    </dgm:pt>
    <dgm:pt modelId="{B339F1A0-5A9E-4ED5-81C9-02B266B5CBCB}" type="pres">
      <dgm:prSet presAssocID="{F3AD3FF4-54AF-4893-A0A2-DF218F4AA182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5B20ED-7EF4-4E52-9EF8-3F18C8867ADA}" type="pres">
      <dgm:prSet presAssocID="{F3AD3FF4-54AF-4893-A0A2-DF218F4AA182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AB5836-5AB6-437C-A16C-07E12683CD6F}" type="pres">
      <dgm:prSet presAssocID="{64A8F25A-7B81-474C-BB4E-1DEC4AE057F7}" presName="sp" presStyleCnt="0"/>
      <dgm:spPr/>
    </dgm:pt>
    <dgm:pt modelId="{43CA68DC-D075-4211-917E-7EEDEE45A499}" type="pres">
      <dgm:prSet presAssocID="{C4E1862E-43D3-4BAC-984F-EE6B506A91EF}" presName="composite" presStyleCnt="0"/>
      <dgm:spPr/>
    </dgm:pt>
    <dgm:pt modelId="{6F60C396-8871-4835-A7A3-72F275D7946C}" type="pres">
      <dgm:prSet presAssocID="{C4E1862E-43D3-4BAC-984F-EE6B506A91EF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1A11FF-E384-4048-8B27-1D1B2CCA6CFC}" type="pres">
      <dgm:prSet presAssocID="{C4E1862E-43D3-4BAC-984F-EE6B506A91EF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AC3BB2-D758-4421-9E87-E9137EC5713E}" type="pres">
      <dgm:prSet presAssocID="{678712C0-439E-4292-8A68-39DF708A8DAA}" presName="sp" presStyleCnt="0"/>
      <dgm:spPr/>
    </dgm:pt>
    <dgm:pt modelId="{5647D58D-42C0-4C14-8C79-397AC72AF9D1}" type="pres">
      <dgm:prSet presAssocID="{F171AC5D-61DF-46EE-9812-F42E96F487CB}" presName="composite" presStyleCnt="0"/>
      <dgm:spPr/>
    </dgm:pt>
    <dgm:pt modelId="{7542ACD0-2480-4526-9A74-D1D7508F4574}" type="pres">
      <dgm:prSet presAssocID="{F171AC5D-61DF-46EE-9812-F42E96F487CB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F3FAB7-0BB8-4BBB-8451-BB7FCD8E5F30}" type="pres">
      <dgm:prSet presAssocID="{F171AC5D-61DF-46EE-9812-F42E96F487CB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DB7076-786D-4DAC-855B-8F0F87D135DE}" type="pres">
      <dgm:prSet presAssocID="{822880CA-5D79-4104-9AF6-3FF09FF2427D}" presName="sp" presStyleCnt="0"/>
      <dgm:spPr/>
    </dgm:pt>
    <dgm:pt modelId="{DC1E09F4-6507-4D55-8ACC-D54002B61CED}" type="pres">
      <dgm:prSet presAssocID="{AD1FFF55-4A55-4A44-A41C-F24940AF8C38}" presName="composite" presStyleCnt="0"/>
      <dgm:spPr/>
    </dgm:pt>
    <dgm:pt modelId="{8CE042A2-18E2-4583-957C-0F774332A0B3}" type="pres">
      <dgm:prSet presAssocID="{AD1FFF55-4A55-4A44-A41C-F24940AF8C38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B41D6A-67DA-46E0-BFBF-999EFF2A0A26}" type="pres">
      <dgm:prSet presAssocID="{AD1FFF55-4A55-4A44-A41C-F24940AF8C38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7EDA0EC-D314-418C-B1A5-049CCD4D39BE}" type="presOf" srcId="{AD1FFF55-4A55-4A44-A41C-F24940AF8C38}" destId="{8CE042A2-18E2-4583-957C-0F774332A0B3}" srcOrd="0" destOrd="0" presId="urn:microsoft.com/office/officeart/2005/8/layout/chevron2"/>
    <dgm:cxn modelId="{E9F99A0F-A875-4388-A61A-04E6723369D4}" type="presOf" srcId="{C3FFCC56-89DF-42AD-BA83-7F5906F631AC}" destId="{811A11FF-E384-4048-8B27-1D1B2CCA6CFC}" srcOrd="0" destOrd="0" presId="urn:microsoft.com/office/officeart/2005/8/layout/chevron2"/>
    <dgm:cxn modelId="{03DD840B-4AE6-45EB-B7E0-5E5CEE9780CB}" type="presOf" srcId="{1B2CB819-52DA-49C3-A43B-E9B25D00089E}" destId="{8178D5E9-81A5-4F57-A9E9-B5F004A13590}" srcOrd="0" destOrd="0" presId="urn:microsoft.com/office/officeart/2005/8/layout/chevron2"/>
    <dgm:cxn modelId="{C2AC8D7C-14AD-4E2A-BC50-EB3EF14C193F}" type="presOf" srcId="{296F9A98-7E54-465A-91DF-DBCB4908ED90}" destId="{2FB41D6A-67DA-46E0-BFBF-999EFF2A0A26}" srcOrd="0" destOrd="0" presId="urn:microsoft.com/office/officeart/2005/8/layout/chevron2"/>
    <dgm:cxn modelId="{04AF59D0-E8A1-4916-9ED1-877A8FD6944E}" type="presOf" srcId="{F3AD3FF4-54AF-4893-A0A2-DF218F4AA182}" destId="{B339F1A0-5A9E-4ED5-81C9-02B266B5CBCB}" srcOrd="0" destOrd="0" presId="urn:microsoft.com/office/officeart/2005/8/layout/chevron2"/>
    <dgm:cxn modelId="{ADC08321-3CA0-4144-BD1C-325AE11B8CDB}" srcId="{1B2CB819-52DA-49C3-A43B-E9B25D00089E}" destId="{AD1FFF55-4A55-4A44-A41C-F24940AF8C38}" srcOrd="3" destOrd="0" parTransId="{5F37C875-9E3D-4D8A-BFBF-60D8AA43B850}" sibTransId="{5276051C-E88E-43C5-B29B-8816925EF80B}"/>
    <dgm:cxn modelId="{72A7D383-D838-4A55-8688-AE3DB17EAA0F}" srcId="{F3AD3FF4-54AF-4893-A0A2-DF218F4AA182}" destId="{408E9CFE-02C4-4E9F-A2FF-1832087557B0}" srcOrd="0" destOrd="0" parTransId="{DC1BC18E-999D-4194-801D-C051843625EF}" sibTransId="{665F8B6B-8366-46BB-8E4E-2855AC696B9E}"/>
    <dgm:cxn modelId="{DF392395-D63E-4A7F-8F14-8B0EACA0F602}" srcId="{C4E1862E-43D3-4BAC-984F-EE6B506A91EF}" destId="{C3FFCC56-89DF-42AD-BA83-7F5906F631AC}" srcOrd="0" destOrd="0" parTransId="{02E8075D-3259-4C3E-91BB-12B5C25FA374}" sibTransId="{A7CDB72A-A0B7-40C3-BD49-0A329F4F016E}"/>
    <dgm:cxn modelId="{2C6A7513-C6EC-4ABB-BE70-DABB18F2BAF5}" srcId="{1B2CB819-52DA-49C3-A43B-E9B25D00089E}" destId="{F171AC5D-61DF-46EE-9812-F42E96F487CB}" srcOrd="2" destOrd="0" parTransId="{0203D8EB-5151-423B-BDD4-0580E0BFBE4C}" sibTransId="{822880CA-5D79-4104-9AF6-3FF09FF2427D}"/>
    <dgm:cxn modelId="{6A74F021-9D26-47D6-BE96-7F08D26AB6E9}" srcId="{1B2CB819-52DA-49C3-A43B-E9B25D00089E}" destId="{C4E1862E-43D3-4BAC-984F-EE6B506A91EF}" srcOrd="1" destOrd="0" parTransId="{247D51DF-FF7F-42ED-B5C0-A91A52CE60EA}" sibTransId="{678712C0-439E-4292-8A68-39DF708A8DAA}"/>
    <dgm:cxn modelId="{82E14AE9-41C4-401E-90AB-2A3DBA91C404}" type="presOf" srcId="{C4E1862E-43D3-4BAC-984F-EE6B506A91EF}" destId="{6F60C396-8871-4835-A7A3-72F275D7946C}" srcOrd="0" destOrd="0" presId="urn:microsoft.com/office/officeart/2005/8/layout/chevron2"/>
    <dgm:cxn modelId="{27A91D9B-8398-4906-8FDA-01A93D3C55A4}" type="presOf" srcId="{F171AC5D-61DF-46EE-9812-F42E96F487CB}" destId="{7542ACD0-2480-4526-9A74-D1D7508F4574}" srcOrd="0" destOrd="0" presId="urn:microsoft.com/office/officeart/2005/8/layout/chevron2"/>
    <dgm:cxn modelId="{EEFE2B11-DF0F-4700-9094-F761E5B9669F}" srcId="{1B2CB819-52DA-49C3-A43B-E9B25D00089E}" destId="{F3AD3FF4-54AF-4893-A0A2-DF218F4AA182}" srcOrd="0" destOrd="0" parTransId="{5531CAD9-D380-4421-AAEF-682DBAE84D2B}" sibTransId="{64A8F25A-7B81-474C-BB4E-1DEC4AE057F7}"/>
    <dgm:cxn modelId="{D5F1185A-090E-49BB-8B35-AD200AC38486}" srcId="{AD1FFF55-4A55-4A44-A41C-F24940AF8C38}" destId="{296F9A98-7E54-465A-91DF-DBCB4908ED90}" srcOrd="0" destOrd="0" parTransId="{3F7EC495-4C15-4CFC-8AF7-DBA40880ED0F}" sibTransId="{BBAA6122-71AA-4A78-AF93-1D0E5F111B21}"/>
    <dgm:cxn modelId="{5EFC2A25-C316-4A83-960F-B22B48B4BD2E}" type="presOf" srcId="{61B46B7C-180B-414F-A975-52303ECBD53D}" destId="{09F3FAB7-0BB8-4BBB-8451-BB7FCD8E5F30}" srcOrd="0" destOrd="0" presId="urn:microsoft.com/office/officeart/2005/8/layout/chevron2"/>
    <dgm:cxn modelId="{584C8D7A-91C2-4C51-BB5E-8A8AC961D243}" type="presOf" srcId="{408E9CFE-02C4-4E9F-A2FF-1832087557B0}" destId="{735B20ED-7EF4-4E52-9EF8-3F18C8867ADA}" srcOrd="0" destOrd="0" presId="urn:microsoft.com/office/officeart/2005/8/layout/chevron2"/>
    <dgm:cxn modelId="{F66659E8-8A9A-4999-9074-AA296A9BEFE4}" srcId="{F171AC5D-61DF-46EE-9812-F42E96F487CB}" destId="{61B46B7C-180B-414F-A975-52303ECBD53D}" srcOrd="0" destOrd="0" parTransId="{0D4ACBDA-82EF-4BB6-BD8B-16023450A41B}" sibTransId="{9C12198E-17E4-477C-9AC9-2B5765C89FD5}"/>
    <dgm:cxn modelId="{91DBD336-63BC-4179-B81D-4E34D0BBF332}" type="presParOf" srcId="{8178D5E9-81A5-4F57-A9E9-B5F004A13590}" destId="{739511DD-93E1-445A-B5FE-1297175AC7D5}" srcOrd="0" destOrd="0" presId="urn:microsoft.com/office/officeart/2005/8/layout/chevron2"/>
    <dgm:cxn modelId="{755CC8FD-14B1-4D56-B201-51C00AE584FF}" type="presParOf" srcId="{739511DD-93E1-445A-B5FE-1297175AC7D5}" destId="{B339F1A0-5A9E-4ED5-81C9-02B266B5CBCB}" srcOrd="0" destOrd="0" presId="urn:microsoft.com/office/officeart/2005/8/layout/chevron2"/>
    <dgm:cxn modelId="{E8570619-585A-4731-805A-8763140BA635}" type="presParOf" srcId="{739511DD-93E1-445A-B5FE-1297175AC7D5}" destId="{735B20ED-7EF4-4E52-9EF8-3F18C8867ADA}" srcOrd="1" destOrd="0" presId="urn:microsoft.com/office/officeart/2005/8/layout/chevron2"/>
    <dgm:cxn modelId="{1C34C4A9-1042-4127-8160-839A692D1F8B}" type="presParOf" srcId="{8178D5E9-81A5-4F57-A9E9-B5F004A13590}" destId="{72AB5836-5AB6-437C-A16C-07E12683CD6F}" srcOrd="1" destOrd="0" presId="urn:microsoft.com/office/officeart/2005/8/layout/chevron2"/>
    <dgm:cxn modelId="{63539F64-AC4E-4F28-9D20-E59745881A25}" type="presParOf" srcId="{8178D5E9-81A5-4F57-A9E9-B5F004A13590}" destId="{43CA68DC-D075-4211-917E-7EEDEE45A499}" srcOrd="2" destOrd="0" presId="urn:microsoft.com/office/officeart/2005/8/layout/chevron2"/>
    <dgm:cxn modelId="{48676163-9CEC-4405-97EF-BB6BF6C0A269}" type="presParOf" srcId="{43CA68DC-D075-4211-917E-7EEDEE45A499}" destId="{6F60C396-8871-4835-A7A3-72F275D7946C}" srcOrd="0" destOrd="0" presId="urn:microsoft.com/office/officeart/2005/8/layout/chevron2"/>
    <dgm:cxn modelId="{884BB112-CAD6-40AE-AFEF-2DA2667D9A49}" type="presParOf" srcId="{43CA68DC-D075-4211-917E-7EEDEE45A499}" destId="{811A11FF-E384-4048-8B27-1D1B2CCA6CFC}" srcOrd="1" destOrd="0" presId="urn:microsoft.com/office/officeart/2005/8/layout/chevron2"/>
    <dgm:cxn modelId="{A13559D1-12A3-4EA1-B332-E5FCD82448C0}" type="presParOf" srcId="{8178D5E9-81A5-4F57-A9E9-B5F004A13590}" destId="{A5AC3BB2-D758-4421-9E87-E9137EC5713E}" srcOrd="3" destOrd="0" presId="urn:microsoft.com/office/officeart/2005/8/layout/chevron2"/>
    <dgm:cxn modelId="{FE3C6D6F-E2EF-449A-849D-77272D5415DD}" type="presParOf" srcId="{8178D5E9-81A5-4F57-A9E9-B5F004A13590}" destId="{5647D58D-42C0-4C14-8C79-397AC72AF9D1}" srcOrd="4" destOrd="0" presId="urn:microsoft.com/office/officeart/2005/8/layout/chevron2"/>
    <dgm:cxn modelId="{6AC5AF95-445B-4257-9144-A72BB2DD13CE}" type="presParOf" srcId="{5647D58D-42C0-4C14-8C79-397AC72AF9D1}" destId="{7542ACD0-2480-4526-9A74-D1D7508F4574}" srcOrd="0" destOrd="0" presId="urn:microsoft.com/office/officeart/2005/8/layout/chevron2"/>
    <dgm:cxn modelId="{33886808-7FFB-4C62-B4B8-DE6528FEB259}" type="presParOf" srcId="{5647D58D-42C0-4C14-8C79-397AC72AF9D1}" destId="{09F3FAB7-0BB8-4BBB-8451-BB7FCD8E5F30}" srcOrd="1" destOrd="0" presId="urn:microsoft.com/office/officeart/2005/8/layout/chevron2"/>
    <dgm:cxn modelId="{F3502165-3CD4-40FF-9FBD-C02AAC6DF21F}" type="presParOf" srcId="{8178D5E9-81A5-4F57-A9E9-B5F004A13590}" destId="{FADB7076-786D-4DAC-855B-8F0F87D135DE}" srcOrd="5" destOrd="0" presId="urn:microsoft.com/office/officeart/2005/8/layout/chevron2"/>
    <dgm:cxn modelId="{D8E03659-1CF8-4089-BF83-8865C4B670F2}" type="presParOf" srcId="{8178D5E9-81A5-4F57-A9E9-B5F004A13590}" destId="{DC1E09F4-6507-4D55-8ACC-D54002B61CED}" srcOrd="6" destOrd="0" presId="urn:microsoft.com/office/officeart/2005/8/layout/chevron2"/>
    <dgm:cxn modelId="{771FD696-2ADA-43CF-B3E1-52F8DFFA5CFD}" type="presParOf" srcId="{DC1E09F4-6507-4D55-8ACC-D54002B61CED}" destId="{8CE042A2-18E2-4583-957C-0F774332A0B3}" srcOrd="0" destOrd="0" presId="urn:microsoft.com/office/officeart/2005/8/layout/chevron2"/>
    <dgm:cxn modelId="{9E371302-F96F-46C4-87CA-533B5A130F4B}" type="presParOf" srcId="{DC1E09F4-6507-4D55-8ACC-D54002B61CED}" destId="{2FB41D6A-67DA-46E0-BFBF-999EFF2A0A2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4178FC-7427-4C62-BA09-02A254A12FDD}" type="doc">
      <dgm:prSet loTypeId="urn:microsoft.com/office/officeart/2005/8/layout/radial1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EB261D1-617F-4C85-A9BD-65A2885BF9F0}">
      <dgm:prSet phldrT="[Text]"/>
      <dgm:spPr/>
      <dgm:t>
        <a:bodyPr/>
        <a:lstStyle/>
        <a:p>
          <a:endParaRPr lang="en-US" dirty="0"/>
        </a:p>
      </dgm:t>
    </dgm:pt>
    <dgm:pt modelId="{28061142-F37F-4E27-8537-6F0392F3439D}" type="parTrans" cxnId="{EC4EC1A2-E16B-4CE7-B6E9-DB9C0A95C983}">
      <dgm:prSet/>
      <dgm:spPr/>
      <dgm:t>
        <a:bodyPr/>
        <a:lstStyle/>
        <a:p>
          <a:endParaRPr lang="en-US"/>
        </a:p>
      </dgm:t>
    </dgm:pt>
    <dgm:pt modelId="{3C251050-2705-40CB-92B9-4423BE5D93D1}" type="sibTrans" cxnId="{EC4EC1A2-E16B-4CE7-B6E9-DB9C0A95C983}">
      <dgm:prSet/>
      <dgm:spPr/>
      <dgm:t>
        <a:bodyPr/>
        <a:lstStyle/>
        <a:p>
          <a:endParaRPr lang="en-US"/>
        </a:p>
      </dgm:t>
    </dgm:pt>
    <dgm:pt modelId="{D45F2CE1-ED6F-4937-90F9-9AB0A4BC6AE1}">
      <dgm:prSet phldrT="[Text]"/>
      <dgm:spPr/>
      <dgm:t>
        <a:bodyPr/>
        <a:lstStyle/>
        <a:p>
          <a:r>
            <a:rPr lang="en-US" dirty="0" smtClean="0"/>
            <a:t>Lambda Expression</a:t>
          </a:r>
          <a:endParaRPr lang="en-US" dirty="0"/>
        </a:p>
      </dgm:t>
    </dgm:pt>
    <dgm:pt modelId="{8D19E7BB-256C-421F-B2BD-51422508BC48}" type="parTrans" cxnId="{9F16E2BB-2FE1-426E-A2D8-ABC1C0253E07}">
      <dgm:prSet/>
      <dgm:spPr/>
      <dgm:t>
        <a:bodyPr/>
        <a:lstStyle/>
        <a:p>
          <a:endParaRPr lang="en-US"/>
        </a:p>
      </dgm:t>
    </dgm:pt>
    <dgm:pt modelId="{DB1E575C-AC4F-45C6-BFBE-CDD20A6564B4}" type="sibTrans" cxnId="{9F16E2BB-2FE1-426E-A2D8-ABC1C0253E07}">
      <dgm:prSet/>
      <dgm:spPr/>
      <dgm:t>
        <a:bodyPr/>
        <a:lstStyle/>
        <a:p>
          <a:endParaRPr lang="en-US"/>
        </a:p>
      </dgm:t>
    </dgm:pt>
    <dgm:pt modelId="{DE1A3942-1007-4E05-8F43-5C5DE96F6628}">
      <dgm:prSet phldrT="[Text]"/>
      <dgm:spPr/>
      <dgm:t>
        <a:bodyPr/>
        <a:lstStyle/>
        <a:p>
          <a:r>
            <a:rPr lang="en-US" dirty="0" smtClean="0"/>
            <a:t>Stream API</a:t>
          </a:r>
          <a:endParaRPr lang="en-US" dirty="0"/>
        </a:p>
      </dgm:t>
    </dgm:pt>
    <dgm:pt modelId="{E666A50E-F2A1-4E1A-BBB0-B5424F1C3355}" type="parTrans" cxnId="{E8633759-3DF6-453A-975C-8A5706F9100B}">
      <dgm:prSet/>
      <dgm:spPr/>
      <dgm:t>
        <a:bodyPr/>
        <a:lstStyle/>
        <a:p>
          <a:endParaRPr lang="en-US"/>
        </a:p>
      </dgm:t>
    </dgm:pt>
    <dgm:pt modelId="{4BC2C0D8-4167-4156-A88B-8DF4C8AB8C65}" type="sibTrans" cxnId="{E8633759-3DF6-453A-975C-8A5706F9100B}">
      <dgm:prSet/>
      <dgm:spPr/>
      <dgm:t>
        <a:bodyPr/>
        <a:lstStyle/>
        <a:p>
          <a:endParaRPr lang="en-US"/>
        </a:p>
      </dgm:t>
    </dgm:pt>
    <dgm:pt modelId="{68E530EA-4066-460D-9A21-32B883433401}">
      <dgm:prSet phldrT="[Text]"/>
      <dgm:spPr/>
      <dgm:t>
        <a:bodyPr/>
        <a:lstStyle/>
        <a:p>
          <a:r>
            <a:rPr lang="en-US" dirty="0" err="1" smtClean="0"/>
            <a:t>forEach</a:t>
          </a:r>
          <a:r>
            <a:rPr lang="en-US" dirty="0" smtClean="0"/>
            <a:t>()</a:t>
          </a:r>
          <a:endParaRPr lang="en-US" dirty="0"/>
        </a:p>
      </dgm:t>
    </dgm:pt>
    <dgm:pt modelId="{F4990163-4173-4FB3-91BB-C010247F02F8}" type="parTrans" cxnId="{E4C96DD9-7827-48AB-8C3D-EEF7BBD72882}">
      <dgm:prSet/>
      <dgm:spPr/>
      <dgm:t>
        <a:bodyPr/>
        <a:lstStyle/>
        <a:p>
          <a:endParaRPr lang="en-US"/>
        </a:p>
      </dgm:t>
    </dgm:pt>
    <dgm:pt modelId="{46E9C56F-5385-415B-898B-5C064F587CC5}" type="sibTrans" cxnId="{E4C96DD9-7827-48AB-8C3D-EEF7BBD72882}">
      <dgm:prSet/>
      <dgm:spPr/>
      <dgm:t>
        <a:bodyPr/>
        <a:lstStyle/>
        <a:p>
          <a:endParaRPr lang="en-US"/>
        </a:p>
      </dgm:t>
    </dgm:pt>
    <dgm:pt modelId="{B45832AF-2865-4A60-AA8E-D093271D93C8}">
      <dgm:prSet phldrT="[Text]"/>
      <dgm:spPr/>
      <dgm:t>
        <a:bodyPr/>
        <a:lstStyle/>
        <a:p>
          <a:r>
            <a:rPr lang="en-US" dirty="0" smtClean="0"/>
            <a:t>Default Method</a:t>
          </a:r>
          <a:endParaRPr lang="en-US" dirty="0"/>
        </a:p>
      </dgm:t>
    </dgm:pt>
    <dgm:pt modelId="{30E264B0-5B91-4CD9-A216-E607BC28F422}" type="parTrans" cxnId="{7EFAD787-FE9E-4F08-A191-1314D9500255}">
      <dgm:prSet/>
      <dgm:spPr/>
      <dgm:t>
        <a:bodyPr/>
        <a:lstStyle/>
        <a:p>
          <a:endParaRPr lang="en-US"/>
        </a:p>
      </dgm:t>
    </dgm:pt>
    <dgm:pt modelId="{F01A956B-D90F-4489-A94A-EB33D2A7C8E7}" type="sibTrans" cxnId="{7EFAD787-FE9E-4F08-A191-1314D9500255}">
      <dgm:prSet/>
      <dgm:spPr/>
      <dgm:t>
        <a:bodyPr/>
        <a:lstStyle/>
        <a:p>
          <a:endParaRPr lang="en-US"/>
        </a:p>
      </dgm:t>
    </dgm:pt>
    <dgm:pt modelId="{7164C646-3D94-444C-8EA7-BCEBA4D9E80D}">
      <dgm:prSet phldrT="[Text]"/>
      <dgm:spPr/>
      <dgm:t>
        <a:bodyPr/>
        <a:lstStyle/>
        <a:p>
          <a:r>
            <a:rPr lang="en-US" dirty="0" smtClean="0"/>
            <a:t>Reference Method</a:t>
          </a:r>
          <a:endParaRPr lang="en-US" dirty="0"/>
        </a:p>
      </dgm:t>
    </dgm:pt>
    <dgm:pt modelId="{978C2C64-C64C-4968-85C6-5122E5CC92EA}" type="parTrans" cxnId="{C7EE9A3E-E7D2-4119-AEBC-ABBCDB76FD74}">
      <dgm:prSet/>
      <dgm:spPr/>
      <dgm:t>
        <a:bodyPr/>
        <a:lstStyle/>
        <a:p>
          <a:endParaRPr lang="en-US"/>
        </a:p>
      </dgm:t>
    </dgm:pt>
    <dgm:pt modelId="{4558EEA2-C43E-4C33-97AD-9944E64057BB}" type="sibTrans" cxnId="{C7EE9A3E-E7D2-4119-AEBC-ABBCDB76FD74}">
      <dgm:prSet/>
      <dgm:spPr/>
      <dgm:t>
        <a:bodyPr/>
        <a:lstStyle/>
        <a:p>
          <a:endParaRPr lang="en-US"/>
        </a:p>
      </dgm:t>
    </dgm:pt>
    <dgm:pt modelId="{B13FC652-0410-4452-ACA0-5BBA599FE5A1}">
      <dgm:prSet phldrT="[Text]"/>
      <dgm:spPr/>
      <dgm:t>
        <a:bodyPr/>
        <a:lstStyle/>
        <a:p>
          <a:r>
            <a:rPr lang="en-US" dirty="0" smtClean="0"/>
            <a:t>Date &amp; Time API</a:t>
          </a:r>
          <a:endParaRPr lang="en-US" dirty="0"/>
        </a:p>
      </dgm:t>
    </dgm:pt>
    <dgm:pt modelId="{47A05436-11CC-4C1A-9DD5-CE476CA046DA}" type="parTrans" cxnId="{0F9A2D7F-AFB2-4201-9D99-E76FEC7DD351}">
      <dgm:prSet/>
      <dgm:spPr/>
      <dgm:t>
        <a:bodyPr/>
        <a:lstStyle/>
        <a:p>
          <a:endParaRPr lang="en-US"/>
        </a:p>
      </dgm:t>
    </dgm:pt>
    <dgm:pt modelId="{DE162B4A-ADDA-40CD-8F18-E04CA4747095}" type="sibTrans" cxnId="{0F9A2D7F-AFB2-4201-9D99-E76FEC7DD351}">
      <dgm:prSet/>
      <dgm:spPr/>
      <dgm:t>
        <a:bodyPr/>
        <a:lstStyle/>
        <a:p>
          <a:endParaRPr lang="en-US"/>
        </a:p>
      </dgm:t>
    </dgm:pt>
    <dgm:pt modelId="{F752DAF7-FC3C-4C60-8528-9AD1BF780044}" type="pres">
      <dgm:prSet presAssocID="{484178FC-7427-4C62-BA09-02A254A12FDD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2336E07-A035-43D4-9F6E-931926468AA0}" type="pres">
      <dgm:prSet presAssocID="{2EB261D1-617F-4C85-A9BD-65A2885BF9F0}" presName="centerShape" presStyleLbl="node0" presStyleIdx="0" presStyleCnt="1"/>
      <dgm:spPr/>
      <dgm:t>
        <a:bodyPr/>
        <a:lstStyle/>
        <a:p>
          <a:endParaRPr lang="en-US"/>
        </a:p>
      </dgm:t>
    </dgm:pt>
    <dgm:pt modelId="{575FB45E-FEC7-4CD7-A601-AA3501E79403}" type="pres">
      <dgm:prSet presAssocID="{8D19E7BB-256C-421F-B2BD-51422508BC48}" presName="Name9" presStyleLbl="parChTrans1D2" presStyleIdx="0" presStyleCnt="6"/>
      <dgm:spPr/>
      <dgm:t>
        <a:bodyPr/>
        <a:lstStyle/>
        <a:p>
          <a:endParaRPr lang="en-US"/>
        </a:p>
      </dgm:t>
    </dgm:pt>
    <dgm:pt modelId="{46B4B48D-E9E6-4E72-84F5-181F248E929A}" type="pres">
      <dgm:prSet presAssocID="{8D19E7BB-256C-421F-B2BD-51422508BC48}" presName="connTx" presStyleLbl="parChTrans1D2" presStyleIdx="0" presStyleCnt="6"/>
      <dgm:spPr/>
      <dgm:t>
        <a:bodyPr/>
        <a:lstStyle/>
        <a:p>
          <a:endParaRPr lang="en-US"/>
        </a:p>
      </dgm:t>
    </dgm:pt>
    <dgm:pt modelId="{1661141D-6C5D-4301-940B-0DB73CA0CD5A}" type="pres">
      <dgm:prSet presAssocID="{D45F2CE1-ED6F-4937-90F9-9AB0A4BC6AE1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D13B77-47D1-4B96-B54D-7C1BB1F18AAF}" type="pres">
      <dgm:prSet presAssocID="{E666A50E-F2A1-4E1A-BBB0-B5424F1C3355}" presName="Name9" presStyleLbl="parChTrans1D2" presStyleIdx="1" presStyleCnt="6"/>
      <dgm:spPr/>
      <dgm:t>
        <a:bodyPr/>
        <a:lstStyle/>
        <a:p>
          <a:endParaRPr lang="en-US"/>
        </a:p>
      </dgm:t>
    </dgm:pt>
    <dgm:pt modelId="{C232B9A0-A59C-4034-8711-4E65BCFFF59A}" type="pres">
      <dgm:prSet presAssocID="{E666A50E-F2A1-4E1A-BBB0-B5424F1C3355}" presName="connTx" presStyleLbl="parChTrans1D2" presStyleIdx="1" presStyleCnt="6"/>
      <dgm:spPr/>
      <dgm:t>
        <a:bodyPr/>
        <a:lstStyle/>
        <a:p>
          <a:endParaRPr lang="en-US"/>
        </a:p>
      </dgm:t>
    </dgm:pt>
    <dgm:pt modelId="{3E050137-35FF-4502-A5BD-F189503F8074}" type="pres">
      <dgm:prSet presAssocID="{DE1A3942-1007-4E05-8F43-5C5DE96F6628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29457F-65DC-4C9D-AF3E-451C0617E395}" type="pres">
      <dgm:prSet presAssocID="{F4990163-4173-4FB3-91BB-C010247F02F8}" presName="Name9" presStyleLbl="parChTrans1D2" presStyleIdx="2" presStyleCnt="6"/>
      <dgm:spPr/>
      <dgm:t>
        <a:bodyPr/>
        <a:lstStyle/>
        <a:p>
          <a:endParaRPr lang="en-US"/>
        </a:p>
      </dgm:t>
    </dgm:pt>
    <dgm:pt modelId="{6FE46D9A-ECD0-43B5-9A1D-EB3426C16387}" type="pres">
      <dgm:prSet presAssocID="{F4990163-4173-4FB3-91BB-C010247F02F8}" presName="connTx" presStyleLbl="parChTrans1D2" presStyleIdx="2" presStyleCnt="6"/>
      <dgm:spPr/>
      <dgm:t>
        <a:bodyPr/>
        <a:lstStyle/>
        <a:p>
          <a:endParaRPr lang="en-US"/>
        </a:p>
      </dgm:t>
    </dgm:pt>
    <dgm:pt modelId="{389515E5-6016-407A-B934-194FA2E15A07}" type="pres">
      <dgm:prSet presAssocID="{68E530EA-4066-460D-9A21-32B883433401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848F18-C08B-4A7A-9937-64F2B3225FA9}" type="pres">
      <dgm:prSet presAssocID="{30E264B0-5B91-4CD9-A216-E607BC28F422}" presName="Name9" presStyleLbl="parChTrans1D2" presStyleIdx="3" presStyleCnt="6"/>
      <dgm:spPr/>
      <dgm:t>
        <a:bodyPr/>
        <a:lstStyle/>
        <a:p>
          <a:endParaRPr lang="en-US"/>
        </a:p>
      </dgm:t>
    </dgm:pt>
    <dgm:pt modelId="{7E897072-5620-4317-B2D7-648610E3AF6F}" type="pres">
      <dgm:prSet presAssocID="{30E264B0-5B91-4CD9-A216-E607BC28F422}" presName="connTx" presStyleLbl="parChTrans1D2" presStyleIdx="3" presStyleCnt="6"/>
      <dgm:spPr/>
      <dgm:t>
        <a:bodyPr/>
        <a:lstStyle/>
        <a:p>
          <a:endParaRPr lang="en-US"/>
        </a:p>
      </dgm:t>
    </dgm:pt>
    <dgm:pt modelId="{7E97A26E-6915-4C8C-B35D-0816B9E4E4FF}" type="pres">
      <dgm:prSet presAssocID="{B45832AF-2865-4A60-AA8E-D093271D93C8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8938D3-9D32-4FD9-A855-9E66D6540055}" type="pres">
      <dgm:prSet presAssocID="{978C2C64-C64C-4968-85C6-5122E5CC92EA}" presName="Name9" presStyleLbl="parChTrans1D2" presStyleIdx="4" presStyleCnt="6"/>
      <dgm:spPr/>
      <dgm:t>
        <a:bodyPr/>
        <a:lstStyle/>
        <a:p>
          <a:endParaRPr lang="en-US"/>
        </a:p>
      </dgm:t>
    </dgm:pt>
    <dgm:pt modelId="{3678A263-0A65-46F1-93F7-A6F937BDED91}" type="pres">
      <dgm:prSet presAssocID="{978C2C64-C64C-4968-85C6-5122E5CC92EA}" presName="connTx" presStyleLbl="parChTrans1D2" presStyleIdx="4" presStyleCnt="6"/>
      <dgm:spPr/>
      <dgm:t>
        <a:bodyPr/>
        <a:lstStyle/>
        <a:p>
          <a:endParaRPr lang="en-US"/>
        </a:p>
      </dgm:t>
    </dgm:pt>
    <dgm:pt modelId="{65FB727F-E732-4337-A3C5-E4C171E96D79}" type="pres">
      <dgm:prSet presAssocID="{7164C646-3D94-444C-8EA7-BCEBA4D9E80D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680B32-458D-4725-8ACB-790204A96A65}" type="pres">
      <dgm:prSet presAssocID="{47A05436-11CC-4C1A-9DD5-CE476CA046DA}" presName="Name9" presStyleLbl="parChTrans1D2" presStyleIdx="5" presStyleCnt="6"/>
      <dgm:spPr/>
      <dgm:t>
        <a:bodyPr/>
        <a:lstStyle/>
        <a:p>
          <a:endParaRPr lang="en-US"/>
        </a:p>
      </dgm:t>
    </dgm:pt>
    <dgm:pt modelId="{F2F89E7C-99CE-4133-BE06-CBF120B42F63}" type="pres">
      <dgm:prSet presAssocID="{47A05436-11CC-4C1A-9DD5-CE476CA046DA}" presName="connTx" presStyleLbl="parChTrans1D2" presStyleIdx="5" presStyleCnt="6"/>
      <dgm:spPr/>
      <dgm:t>
        <a:bodyPr/>
        <a:lstStyle/>
        <a:p>
          <a:endParaRPr lang="en-US"/>
        </a:p>
      </dgm:t>
    </dgm:pt>
    <dgm:pt modelId="{1F8C8C02-5342-4E16-9ABB-F597AF467CA9}" type="pres">
      <dgm:prSet presAssocID="{B13FC652-0410-4452-ACA0-5BBA599FE5A1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DA97B58-0BF7-4901-80ED-6E099FE45126}" type="presOf" srcId="{30E264B0-5B91-4CD9-A216-E607BC28F422}" destId="{7E897072-5620-4317-B2D7-648610E3AF6F}" srcOrd="1" destOrd="0" presId="urn:microsoft.com/office/officeart/2005/8/layout/radial1"/>
    <dgm:cxn modelId="{725E096D-AEEF-4A58-8EBE-4317617659BF}" type="presOf" srcId="{2EB261D1-617F-4C85-A9BD-65A2885BF9F0}" destId="{92336E07-A035-43D4-9F6E-931926468AA0}" srcOrd="0" destOrd="0" presId="urn:microsoft.com/office/officeart/2005/8/layout/radial1"/>
    <dgm:cxn modelId="{2754FECC-D305-430B-A0D5-33B69BD315B8}" type="presOf" srcId="{F4990163-4173-4FB3-91BB-C010247F02F8}" destId="{6FE46D9A-ECD0-43B5-9A1D-EB3426C16387}" srcOrd="1" destOrd="0" presId="urn:microsoft.com/office/officeart/2005/8/layout/radial1"/>
    <dgm:cxn modelId="{85E9E1F2-D07C-4EDB-8D39-D33EF2E0DA41}" type="presOf" srcId="{68E530EA-4066-460D-9A21-32B883433401}" destId="{389515E5-6016-407A-B934-194FA2E15A07}" srcOrd="0" destOrd="0" presId="urn:microsoft.com/office/officeart/2005/8/layout/radial1"/>
    <dgm:cxn modelId="{75AC7713-159B-4B66-A2BA-49E858ED5FF0}" type="presOf" srcId="{B13FC652-0410-4452-ACA0-5BBA599FE5A1}" destId="{1F8C8C02-5342-4E16-9ABB-F597AF467CA9}" srcOrd="0" destOrd="0" presId="urn:microsoft.com/office/officeart/2005/8/layout/radial1"/>
    <dgm:cxn modelId="{9293C7E2-7ACE-4710-BAF5-7BD0637A13AE}" type="presOf" srcId="{E666A50E-F2A1-4E1A-BBB0-B5424F1C3355}" destId="{C232B9A0-A59C-4034-8711-4E65BCFFF59A}" srcOrd="1" destOrd="0" presId="urn:microsoft.com/office/officeart/2005/8/layout/radial1"/>
    <dgm:cxn modelId="{EC4EC1A2-E16B-4CE7-B6E9-DB9C0A95C983}" srcId="{484178FC-7427-4C62-BA09-02A254A12FDD}" destId="{2EB261D1-617F-4C85-A9BD-65A2885BF9F0}" srcOrd="0" destOrd="0" parTransId="{28061142-F37F-4E27-8537-6F0392F3439D}" sibTransId="{3C251050-2705-40CB-92B9-4423BE5D93D1}"/>
    <dgm:cxn modelId="{E8633759-3DF6-453A-975C-8A5706F9100B}" srcId="{2EB261D1-617F-4C85-A9BD-65A2885BF9F0}" destId="{DE1A3942-1007-4E05-8F43-5C5DE96F6628}" srcOrd="1" destOrd="0" parTransId="{E666A50E-F2A1-4E1A-BBB0-B5424F1C3355}" sibTransId="{4BC2C0D8-4167-4156-A88B-8DF4C8AB8C65}"/>
    <dgm:cxn modelId="{28AD13C6-EFE8-4E7C-BE31-DE7D514BF1E1}" type="presOf" srcId="{30E264B0-5B91-4CD9-A216-E607BC28F422}" destId="{50848F18-C08B-4A7A-9937-64F2B3225FA9}" srcOrd="0" destOrd="0" presId="urn:microsoft.com/office/officeart/2005/8/layout/radial1"/>
    <dgm:cxn modelId="{79583191-0C5D-4ADD-BB47-D08C92266495}" type="presOf" srcId="{DE1A3942-1007-4E05-8F43-5C5DE96F6628}" destId="{3E050137-35FF-4502-A5BD-F189503F8074}" srcOrd="0" destOrd="0" presId="urn:microsoft.com/office/officeart/2005/8/layout/radial1"/>
    <dgm:cxn modelId="{9F16E2BB-2FE1-426E-A2D8-ABC1C0253E07}" srcId="{2EB261D1-617F-4C85-A9BD-65A2885BF9F0}" destId="{D45F2CE1-ED6F-4937-90F9-9AB0A4BC6AE1}" srcOrd="0" destOrd="0" parTransId="{8D19E7BB-256C-421F-B2BD-51422508BC48}" sibTransId="{DB1E575C-AC4F-45C6-BFBE-CDD20A6564B4}"/>
    <dgm:cxn modelId="{10093A7D-E14F-454B-96A7-9F92FE48875B}" type="presOf" srcId="{8D19E7BB-256C-421F-B2BD-51422508BC48}" destId="{46B4B48D-E9E6-4E72-84F5-181F248E929A}" srcOrd="1" destOrd="0" presId="urn:microsoft.com/office/officeart/2005/8/layout/radial1"/>
    <dgm:cxn modelId="{709C99BA-A5F0-4261-86F9-45AD4F35997D}" type="presOf" srcId="{E666A50E-F2A1-4E1A-BBB0-B5424F1C3355}" destId="{80D13B77-47D1-4B96-B54D-7C1BB1F18AAF}" srcOrd="0" destOrd="0" presId="urn:microsoft.com/office/officeart/2005/8/layout/radial1"/>
    <dgm:cxn modelId="{FBC19C7B-452F-46A9-8F76-4BD08AD07423}" type="presOf" srcId="{978C2C64-C64C-4968-85C6-5122E5CC92EA}" destId="{958938D3-9D32-4FD9-A855-9E66D6540055}" srcOrd="0" destOrd="0" presId="urn:microsoft.com/office/officeart/2005/8/layout/radial1"/>
    <dgm:cxn modelId="{2EC4897A-7573-415C-A840-5F989C3DF4D8}" type="presOf" srcId="{484178FC-7427-4C62-BA09-02A254A12FDD}" destId="{F752DAF7-FC3C-4C60-8528-9AD1BF780044}" srcOrd="0" destOrd="0" presId="urn:microsoft.com/office/officeart/2005/8/layout/radial1"/>
    <dgm:cxn modelId="{D4A2DBCD-FD3C-4A96-841D-A3F4FC861844}" type="presOf" srcId="{47A05436-11CC-4C1A-9DD5-CE476CA046DA}" destId="{CC680B32-458D-4725-8ACB-790204A96A65}" srcOrd="0" destOrd="0" presId="urn:microsoft.com/office/officeart/2005/8/layout/radial1"/>
    <dgm:cxn modelId="{7EFAD787-FE9E-4F08-A191-1314D9500255}" srcId="{2EB261D1-617F-4C85-A9BD-65A2885BF9F0}" destId="{B45832AF-2865-4A60-AA8E-D093271D93C8}" srcOrd="3" destOrd="0" parTransId="{30E264B0-5B91-4CD9-A216-E607BC28F422}" sibTransId="{F01A956B-D90F-4489-A94A-EB33D2A7C8E7}"/>
    <dgm:cxn modelId="{F1435FF0-0D65-4513-8957-ADC70045963D}" type="presOf" srcId="{7164C646-3D94-444C-8EA7-BCEBA4D9E80D}" destId="{65FB727F-E732-4337-A3C5-E4C171E96D79}" srcOrd="0" destOrd="0" presId="urn:microsoft.com/office/officeart/2005/8/layout/radial1"/>
    <dgm:cxn modelId="{6133FDDB-42EB-4AB4-A484-F6D3BF70D2C6}" type="presOf" srcId="{47A05436-11CC-4C1A-9DD5-CE476CA046DA}" destId="{F2F89E7C-99CE-4133-BE06-CBF120B42F63}" srcOrd="1" destOrd="0" presId="urn:microsoft.com/office/officeart/2005/8/layout/radial1"/>
    <dgm:cxn modelId="{DDFAC133-D2FF-4407-8547-3ECE8D0D2C1B}" type="presOf" srcId="{8D19E7BB-256C-421F-B2BD-51422508BC48}" destId="{575FB45E-FEC7-4CD7-A601-AA3501E79403}" srcOrd="0" destOrd="0" presId="urn:microsoft.com/office/officeart/2005/8/layout/radial1"/>
    <dgm:cxn modelId="{1DE09F59-6FB2-4500-99CF-7440C69C1F8F}" type="presOf" srcId="{B45832AF-2865-4A60-AA8E-D093271D93C8}" destId="{7E97A26E-6915-4C8C-B35D-0816B9E4E4FF}" srcOrd="0" destOrd="0" presId="urn:microsoft.com/office/officeart/2005/8/layout/radial1"/>
    <dgm:cxn modelId="{C7EE9A3E-E7D2-4119-AEBC-ABBCDB76FD74}" srcId="{2EB261D1-617F-4C85-A9BD-65A2885BF9F0}" destId="{7164C646-3D94-444C-8EA7-BCEBA4D9E80D}" srcOrd="4" destOrd="0" parTransId="{978C2C64-C64C-4968-85C6-5122E5CC92EA}" sibTransId="{4558EEA2-C43E-4C33-97AD-9944E64057BB}"/>
    <dgm:cxn modelId="{8B09F63D-E15E-4EEA-B468-E4B8F952B7B8}" type="presOf" srcId="{978C2C64-C64C-4968-85C6-5122E5CC92EA}" destId="{3678A263-0A65-46F1-93F7-A6F937BDED91}" srcOrd="1" destOrd="0" presId="urn:microsoft.com/office/officeart/2005/8/layout/radial1"/>
    <dgm:cxn modelId="{0F9A2D7F-AFB2-4201-9D99-E76FEC7DD351}" srcId="{2EB261D1-617F-4C85-A9BD-65A2885BF9F0}" destId="{B13FC652-0410-4452-ACA0-5BBA599FE5A1}" srcOrd="5" destOrd="0" parTransId="{47A05436-11CC-4C1A-9DD5-CE476CA046DA}" sibTransId="{DE162B4A-ADDA-40CD-8F18-E04CA4747095}"/>
    <dgm:cxn modelId="{E4C96DD9-7827-48AB-8C3D-EEF7BBD72882}" srcId="{2EB261D1-617F-4C85-A9BD-65A2885BF9F0}" destId="{68E530EA-4066-460D-9A21-32B883433401}" srcOrd="2" destOrd="0" parTransId="{F4990163-4173-4FB3-91BB-C010247F02F8}" sibTransId="{46E9C56F-5385-415B-898B-5C064F587CC5}"/>
    <dgm:cxn modelId="{7E76C4E7-1585-4ACC-AB32-FC56B487BF61}" type="presOf" srcId="{D45F2CE1-ED6F-4937-90F9-9AB0A4BC6AE1}" destId="{1661141D-6C5D-4301-940B-0DB73CA0CD5A}" srcOrd="0" destOrd="0" presId="urn:microsoft.com/office/officeart/2005/8/layout/radial1"/>
    <dgm:cxn modelId="{A105182C-F4E2-40F1-BB8C-E65F016F7E61}" type="presOf" srcId="{F4990163-4173-4FB3-91BB-C010247F02F8}" destId="{F229457F-65DC-4C9D-AF3E-451C0617E395}" srcOrd="0" destOrd="0" presId="urn:microsoft.com/office/officeart/2005/8/layout/radial1"/>
    <dgm:cxn modelId="{64500CC3-57D8-4680-9F00-16601BDA2B6E}" type="presParOf" srcId="{F752DAF7-FC3C-4C60-8528-9AD1BF780044}" destId="{92336E07-A035-43D4-9F6E-931926468AA0}" srcOrd="0" destOrd="0" presId="urn:microsoft.com/office/officeart/2005/8/layout/radial1"/>
    <dgm:cxn modelId="{E597B960-AD14-4C86-BAEC-C35C797AF6E8}" type="presParOf" srcId="{F752DAF7-FC3C-4C60-8528-9AD1BF780044}" destId="{575FB45E-FEC7-4CD7-A601-AA3501E79403}" srcOrd="1" destOrd="0" presId="urn:microsoft.com/office/officeart/2005/8/layout/radial1"/>
    <dgm:cxn modelId="{E50524F6-0F56-499B-9CE0-E4CEB2CAB908}" type="presParOf" srcId="{575FB45E-FEC7-4CD7-A601-AA3501E79403}" destId="{46B4B48D-E9E6-4E72-84F5-181F248E929A}" srcOrd="0" destOrd="0" presId="urn:microsoft.com/office/officeart/2005/8/layout/radial1"/>
    <dgm:cxn modelId="{AE14E321-7232-4FF7-9CC9-0FD46AD8A777}" type="presParOf" srcId="{F752DAF7-FC3C-4C60-8528-9AD1BF780044}" destId="{1661141D-6C5D-4301-940B-0DB73CA0CD5A}" srcOrd="2" destOrd="0" presId="urn:microsoft.com/office/officeart/2005/8/layout/radial1"/>
    <dgm:cxn modelId="{30442B13-2911-416C-A268-7B971E6805FB}" type="presParOf" srcId="{F752DAF7-FC3C-4C60-8528-9AD1BF780044}" destId="{80D13B77-47D1-4B96-B54D-7C1BB1F18AAF}" srcOrd="3" destOrd="0" presId="urn:microsoft.com/office/officeart/2005/8/layout/radial1"/>
    <dgm:cxn modelId="{635FC567-75F3-41FB-82C7-E4BC306BAB3A}" type="presParOf" srcId="{80D13B77-47D1-4B96-B54D-7C1BB1F18AAF}" destId="{C232B9A0-A59C-4034-8711-4E65BCFFF59A}" srcOrd="0" destOrd="0" presId="urn:microsoft.com/office/officeart/2005/8/layout/radial1"/>
    <dgm:cxn modelId="{757AA54A-F1AD-45C1-B485-69131EAA6659}" type="presParOf" srcId="{F752DAF7-FC3C-4C60-8528-9AD1BF780044}" destId="{3E050137-35FF-4502-A5BD-F189503F8074}" srcOrd="4" destOrd="0" presId="urn:microsoft.com/office/officeart/2005/8/layout/radial1"/>
    <dgm:cxn modelId="{4D98B7C6-2ACE-4441-985B-E055FFDD7963}" type="presParOf" srcId="{F752DAF7-FC3C-4C60-8528-9AD1BF780044}" destId="{F229457F-65DC-4C9D-AF3E-451C0617E395}" srcOrd="5" destOrd="0" presId="urn:microsoft.com/office/officeart/2005/8/layout/radial1"/>
    <dgm:cxn modelId="{60B6DFCF-DA14-4B74-905D-01BE4BDEEC2E}" type="presParOf" srcId="{F229457F-65DC-4C9D-AF3E-451C0617E395}" destId="{6FE46D9A-ECD0-43B5-9A1D-EB3426C16387}" srcOrd="0" destOrd="0" presId="urn:microsoft.com/office/officeart/2005/8/layout/radial1"/>
    <dgm:cxn modelId="{D00850C6-18DA-4706-AB7A-4316A1BFA356}" type="presParOf" srcId="{F752DAF7-FC3C-4C60-8528-9AD1BF780044}" destId="{389515E5-6016-407A-B934-194FA2E15A07}" srcOrd="6" destOrd="0" presId="urn:microsoft.com/office/officeart/2005/8/layout/radial1"/>
    <dgm:cxn modelId="{5AF32EEF-E05A-480E-9E74-D7CFCD885CE7}" type="presParOf" srcId="{F752DAF7-FC3C-4C60-8528-9AD1BF780044}" destId="{50848F18-C08B-4A7A-9937-64F2B3225FA9}" srcOrd="7" destOrd="0" presId="urn:microsoft.com/office/officeart/2005/8/layout/radial1"/>
    <dgm:cxn modelId="{234374EA-15A5-4EEE-9398-D7E74370576B}" type="presParOf" srcId="{50848F18-C08B-4A7A-9937-64F2B3225FA9}" destId="{7E897072-5620-4317-B2D7-648610E3AF6F}" srcOrd="0" destOrd="0" presId="urn:microsoft.com/office/officeart/2005/8/layout/radial1"/>
    <dgm:cxn modelId="{A9E6E949-05CF-474D-943A-3CB8BA6D9B1D}" type="presParOf" srcId="{F752DAF7-FC3C-4C60-8528-9AD1BF780044}" destId="{7E97A26E-6915-4C8C-B35D-0816B9E4E4FF}" srcOrd="8" destOrd="0" presId="urn:microsoft.com/office/officeart/2005/8/layout/radial1"/>
    <dgm:cxn modelId="{B8F6C05F-89A5-415C-9C8D-AAB754CEB2D8}" type="presParOf" srcId="{F752DAF7-FC3C-4C60-8528-9AD1BF780044}" destId="{958938D3-9D32-4FD9-A855-9E66D6540055}" srcOrd="9" destOrd="0" presId="urn:microsoft.com/office/officeart/2005/8/layout/radial1"/>
    <dgm:cxn modelId="{4477C6A8-7C62-4E39-A33E-250EA04E6BE3}" type="presParOf" srcId="{958938D3-9D32-4FD9-A855-9E66D6540055}" destId="{3678A263-0A65-46F1-93F7-A6F937BDED91}" srcOrd="0" destOrd="0" presId="urn:microsoft.com/office/officeart/2005/8/layout/radial1"/>
    <dgm:cxn modelId="{54C0DC37-F956-42DA-AC0B-C6B8B29A59F0}" type="presParOf" srcId="{F752DAF7-FC3C-4C60-8528-9AD1BF780044}" destId="{65FB727F-E732-4337-A3C5-E4C171E96D79}" srcOrd="10" destOrd="0" presId="urn:microsoft.com/office/officeart/2005/8/layout/radial1"/>
    <dgm:cxn modelId="{60E248FB-B4C4-4050-9616-EE8C9BBBB784}" type="presParOf" srcId="{F752DAF7-FC3C-4C60-8528-9AD1BF780044}" destId="{CC680B32-458D-4725-8ACB-790204A96A65}" srcOrd="11" destOrd="0" presId="urn:microsoft.com/office/officeart/2005/8/layout/radial1"/>
    <dgm:cxn modelId="{A3C181CC-4FE7-4A48-8351-D734C162FE9C}" type="presParOf" srcId="{CC680B32-458D-4725-8ACB-790204A96A65}" destId="{F2F89E7C-99CE-4133-BE06-CBF120B42F63}" srcOrd="0" destOrd="0" presId="urn:microsoft.com/office/officeart/2005/8/layout/radial1"/>
    <dgm:cxn modelId="{34010310-D892-4309-A900-54CE9D810BE8}" type="presParOf" srcId="{F752DAF7-FC3C-4C60-8528-9AD1BF780044}" destId="{1F8C8C02-5342-4E16-9ABB-F597AF467CA9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9F1A0-5A9E-4ED5-81C9-02B266B5CBCB}">
      <dsp:nvSpPr>
        <dsp:cNvPr id="0" name=""/>
        <dsp:cNvSpPr/>
      </dsp:nvSpPr>
      <dsp:spPr>
        <a:xfrm rot="5400000">
          <a:off x="-213341" y="215047"/>
          <a:ext cx="1422275" cy="995593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 dirty="0"/>
        </a:p>
      </dsp:txBody>
      <dsp:txXfrm rot="-5400000">
        <a:off x="1" y="499503"/>
        <a:ext cx="995593" cy="426682"/>
      </dsp:txXfrm>
    </dsp:sp>
    <dsp:sp modelId="{735B20ED-7EF4-4E52-9EF8-3F18C8867ADA}">
      <dsp:nvSpPr>
        <dsp:cNvPr id="0" name=""/>
        <dsp:cNvSpPr/>
      </dsp:nvSpPr>
      <dsp:spPr>
        <a:xfrm rot="5400000">
          <a:off x="3997956" y="-3000657"/>
          <a:ext cx="924479" cy="69292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4048" tIns="34290" rIns="34290" bIns="34290" numCol="1" spcCol="1270" anchor="ctr" anchorCtr="0">
          <a:noAutofit/>
        </a:bodyPr>
        <a:lstStyle/>
        <a:p>
          <a:pPr marL="285750" lvl="1" indent="-285750" algn="l" defTabSz="2400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5400" kern="1200" dirty="0" smtClean="0"/>
            <a:t>Lambda</a:t>
          </a:r>
          <a:endParaRPr lang="en-US" sz="5400" kern="1200" dirty="0"/>
        </a:p>
      </dsp:txBody>
      <dsp:txXfrm rot="-5400000">
        <a:off x="995593" y="46835"/>
        <a:ext cx="6884077" cy="834221"/>
      </dsp:txXfrm>
    </dsp:sp>
    <dsp:sp modelId="{6F60C396-8871-4835-A7A3-72F275D7946C}">
      <dsp:nvSpPr>
        <dsp:cNvPr id="0" name=""/>
        <dsp:cNvSpPr/>
      </dsp:nvSpPr>
      <dsp:spPr>
        <a:xfrm rot="5400000">
          <a:off x="-213341" y="1492418"/>
          <a:ext cx="1422275" cy="995593"/>
        </a:xfrm>
        <a:prstGeom prst="chevron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 dirty="0"/>
        </a:p>
      </dsp:txBody>
      <dsp:txXfrm rot="-5400000">
        <a:off x="1" y="1776874"/>
        <a:ext cx="995593" cy="426682"/>
      </dsp:txXfrm>
    </dsp:sp>
    <dsp:sp modelId="{811A11FF-E384-4048-8B27-1D1B2CCA6CFC}">
      <dsp:nvSpPr>
        <dsp:cNvPr id="0" name=""/>
        <dsp:cNvSpPr/>
      </dsp:nvSpPr>
      <dsp:spPr>
        <a:xfrm rot="5400000">
          <a:off x="3997956" y="-1723286"/>
          <a:ext cx="924479" cy="69292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4048" tIns="34290" rIns="34290" bIns="34290" numCol="1" spcCol="1270" anchor="ctr" anchorCtr="0">
          <a:noAutofit/>
        </a:bodyPr>
        <a:lstStyle/>
        <a:p>
          <a:pPr marL="285750" lvl="1" indent="-285750" algn="l" defTabSz="2400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5400" kern="1200" dirty="0" smtClean="0"/>
            <a:t>Stream API</a:t>
          </a:r>
          <a:endParaRPr lang="en-US" sz="5400" kern="1200" dirty="0"/>
        </a:p>
      </dsp:txBody>
      <dsp:txXfrm rot="-5400000">
        <a:off x="995593" y="1324206"/>
        <a:ext cx="6884077" cy="834221"/>
      </dsp:txXfrm>
    </dsp:sp>
    <dsp:sp modelId="{7542ACD0-2480-4526-9A74-D1D7508F4574}">
      <dsp:nvSpPr>
        <dsp:cNvPr id="0" name=""/>
        <dsp:cNvSpPr/>
      </dsp:nvSpPr>
      <dsp:spPr>
        <a:xfrm rot="5400000">
          <a:off x="-213341" y="2769788"/>
          <a:ext cx="1422275" cy="995593"/>
        </a:xfrm>
        <a:prstGeom prst="chevron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 dirty="0" smtClean="0"/>
        </a:p>
      </dsp:txBody>
      <dsp:txXfrm rot="-5400000">
        <a:off x="1" y="3054244"/>
        <a:ext cx="995593" cy="426682"/>
      </dsp:txXfrm>
    </dsp:sp>
    <dsp:sp modelId="{09F3FAB7-0BB8-4BBB-8451-BB7FCD8E5F30}">
      <dsp:nvSpPr>
        <dsp:cNvPr id="0" name=""/>
        <dsp:cNvSpPr/>
      </dsp:nvSpPr>
      <dsp:spPr>
        <a:xfrm rot="5400000">
          <a:off x="3997956" y="-445916"/>
          <a:ext cx="924479" cy="69292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4048" tIns="34290" rIns="34290" bIns="34290" numCol="1" spcCol="1270" anchor="ctr" anchorCtr="0">
          <a:noAutofit/>
        </a:bodyPr>
        <a:lstStyle/>
        <a:p>
          <a:pPr marL="285750" lvl="1" indent="-285750" algn="l" defTabSz="2400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5400" kern="1200" dirty="0" smtClean="0"/>
            <a:t>JSON</a:t>
          </a:r>
        </a:p>
      </dsp:txBody>
      <dsp:txXfrm rot="-5400000">
        <a:off x="995593" y="2601576"/>
        <a:ext cx="6884077" cy="834221"/>
      </dsp:txXfrm>
    </dsp:sp>
    <dsp:sp modelId="{8CE042A2-18E2-4583-957C-0F774332A0B3}">
      <dsp:nvSpPr>
        <dsp:cNvPr id="0" name=""/>
        <dsp:cNvSpPr/>
      </dsp:nvSpPr>
      <dsp:spPr>
        <a:xfrm rot="5400000">
          <a:off x="-213341" y="4047158"/>
          <a:ext cx="1422275" cy="995593"/>
        </a:xfrm>
        <a:prstGeom prst="chevron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 dirty="0" smtClean="0"/>
        </a:p>
      </dsp:txBody>
      <dsp:txXfrm rot="-5400000">
        <a:off x="1" y="4331614"/>
        <a:ext cx="995593" cy="426682"/>
      </dsp:txXfrm>
    </dsp:sp>
    <dsp:sp modelId="{2FB41D6A-67DA-46E0-BFBF-999EFF2A0A26}">
      <dsp:nvSpPr>
        <dsp:cNvPr id="0" name=""/>
        <dsp:cNvSpPr/>
      </dsp:nvSpPr>
      <dsp:spPr>
        <a:xfrm rot="5400000">
          <a:off x="3997956" y="831453"/>
          <a:ext cx="924479" cy="69292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4048" tIns="34290" rIns="34290" bIns="34290" numCol="1" spcCol="1270" anchor="ctr" anchorCtr="0">
          <a:noAutofit/>
        </a:bodyPr>
        <a:lstStyle/>
        <a:p>
          <a:pPr marL="285750" lvl="1" indent="-285750" algn="l" defTabSz="2400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5400" kern="1200" dirty="0" smtClean="0"/>
            <a:t>Jackson API</a:t>
          </a:r>
        </a:p>
      </dsp:txBody>
      <dsp:txXfrm rot="-5400000">
        <a:off x="995593" y="3878946"/>
        <a:ext cx="6884077" cy="8342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36E07-A035-43D4-9F6E-931926468AA0}">
      <dsp:nvSpPr>
        <dsp:cNvPr id="0" name=""/>
        <dsp:cNvSpPr/>
      </dsp:nvSpPr>
      <dsp:spPr>
        <a:xfrm>
          <a:off x="2189670" y="2037270"/>
          <a:ext cx="1564258" cy="1564258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/>
        </a:p>
      </dsp:txBody>
      <dsp:txXfrm>
        <a:off x="2418750" y="2266350"/>
        <a:ext cx="1106098" cy="1106098"/>
      </dsp:txXfrm>
    </dsp:sp>
    <dsp:sp modelId="{575FB45E-FEC7-4CD7-A601-AA3501E79403}">
      <dsp:nvSpPr>
        <dsp:cNvPr id="0" name=""/>
        <dsp:cNvSpPr/>
      </dsp:nvSpPr>
      <dsp:spPr>
        <a:xfrm rot="16200000">
          <a:off x="2737086" y="1778871"/>
          <a:ext cx="469426" cy="47373"/>
        </a:xfrm>
        <a:custGeom>
          <a:avLst/>
          <a:gdLst/>
          <a:ahLst/>
          <a:cxnLst/>
          <a:rect l="0" t="0" r="0" b="0"/>
          <a:pathLst>
            <a:path>
              <a:moveTo>
                <a:pt x="0" y="23686"/>
              </a:moveTo>
              <a:lnTo>
                <a:pt x="469426" y="2368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960064" y="1790822"/>
        <a:ext cx="23471" cy="23471"/>
      </dsp:txXfrm>
    </dsp:sp>
    <dsp:sp modelId="{1661141D-6C5D-4301-940B-0DB73CA0CD5A}">
      <dsp:nvSpPr>
        <dsp:cNvPr id="0" name=""/>
        <dsp:cNvSpPr/>
      </dsp:nvSpPr>
      <dsp:spPr>
        <a:xfrm>
          <a:off x="2189670" y="3586"/>
          <a:ext cx="1564258" cy="1564258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Lambda Expression</a:t>
          </a:r>
          <a:endParaRPr lang="en-US" sz="1900" kern="1200" dirty="0"/>
        </a:p>
      </dsp:txBody>
      <dsp:txXfrm>
        <a:off x="2418750" y="232666"/>
        <a:ext cx="1106098" cy="1106098"/>
      </dsp:txXfrm>
    </dsp:sp>
    <dsp:sp modelId="{80D13B77-47D1-4B96-B54D-7C1BB1F18AAF}">
      <dsp:nvSpPr>
        <dsp:cNvPr id="0" name=""/>
        <dsp:cNvSpPr/>
      </dsp:nvSpPr>
      <dsp:spPr>
        <a:xfrm rot="19800000">
          <a:off x="3617698" y="2287292"/>
          <a:ext cx="469426" cy="47373"/>
        </a:xfrm>
        <a:custGeom>
          <a:avLst/>
          <a:gdLst/>
          <a:ahLst/>
          <a:cxnLst/>
          <a:rect l="0" t="0" r="0" b="0"/>
          <a:pathLst>
            <a:path>
              <a:moveTo>
                <a:pt x="0" y="23686"/>
              </a:moveTo>
              <a:lnTo>
                <a:pt x="469426" y="2368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840675" y="2299243"/>
        <a:ext cx="23471" cy="23471"/>
      </dsp:txXfrm>
    </dsp:sp>
    <dsp:sp modelId="{3E050137-35FF-4502-A5BD-F189503F8074}">
      <dsp:nvSpPr>
        <dsp:cNvPr id="0" name=""/>
        <dsp:cNvSpPr/>
      </dsp:nvSpPr>
      <dsp:spPr>
        <a:xfrm>
          <a:off x="3950893" y="1020428"/>
          <a:ext cx="1564258" cy="1564258"/>
        </a:xfrm>
        <a:prstGeom prst="ellipse">
          <a:avLst/>
        </a:prstGeom>
        <a:gradFill rotWithShape="0">
          <a:gsLst>
            <a:gs pos="0">
              <a:schemeClr val="accent3">
                <a:hueOff val="2250053"/>
                <a:satOff val="-3376"/>
                <a:lumOff val="-549"/>
                <a:alphaOff val="0"/>
                <a:shade val="51000"/>
                <a:satMod val="130000"/>
              </a:schemeClr>
            </a:gs>
            <a:gs pos="80000">
              <a:schemeClr val="accent3">
                <a:hueOff val="2250053"/>
                <a:satOff val="-3376"/>
                <a:lumOff val="-549"/>
                <a:alphaOff val="0"/>
                <a:shade val="93000"/>
                <a:satMod val="130000"/>
              </a:schemeClr>
            </a:gs>
            <a:gs pos="100000">
              <a:schemeClr val="accent3">
                <a:hueOff val="2250053"/>
                <a:satOff val="-3376"/>
                <a:lumOff val="-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Stream API</a:t>
          </a:r>
          <a:endParaRPr lang="en-US" sz="1900" kern="1200" dirty="0"/>
        </a:p>
      </dsp:txBody>
      <dsp:txXfrm>
        <a:off x="4179973" y="1249508"/>
        <a:ext cx="1106098" cy="1106098"/>
      </dsp:txXfrm>
    </dsp:sp>
    <dsp:sp modelId="{F229457F-65DC-4C9D-AF3E-451C0617E395}">
      <dsp:nvSpPr>
        <dsp:cNvPr id="0" name=""/>
        <dsp:cNvSpPr/>
      </dsp:nvSpPr>
      <dsp:spPr>
        <a:xfrm rot="1800000">
          <a:off x="3617698" y="3304134"/>
          <a:ext cx="469426" cy="47373"/>
        </a:xfrm>
        <a:custGeom>
          <a:avLst/>
          <a:gdLst/>
          <a:ahLst/>
          <a:cxnLst/>
          <a:rect l="0" t="0" r="0" b="0"/>
          <a:pathLst>
            <a:path>
              <a:moveTo>
                <a:pt x="0" y="23686"/>
              </a:moveTo>
              <a:lnTo>
                <a:pt x="469426" y="2368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840675" y="3316085"/>
        <a:ext cx="23471" cy="23471"/>
      </dsp:txXfrm>
    </dsp:sp>
    <dsp:sp modelId="{389515E5-6016-407A-B934-194FA2E15A07}">
      <dsp:nvSpPr>
        <dsp:cNvPr id="0" name=""/>
        <dsp:cNvSpPr/>
      </dsp:nvSpPr>
      <dsp:spPr>
        <a:xfrm>
          <a:off x="3950893" y="3054113"/>
          <a:ext cx="1564258" cy="1564258"/>
        </a:xfrm>
        <a:prstGeom prst="ellipse">
          <a:avLst/>
        </a:prstGeom>
        <a:gradFill rotWithShape="0">
          <a:gsLst>
            <a:gs pos="0">
              <a:schemeClr val="accent3">
                <a:hueOff val="4500106"/>
                <a:satOff val="-6752"/>
                <a:lumOff val="-1098"/>
                <a:alphaOff val="0"/>
                <a:shade val="51000"/>
                <a:satMod val="130000"/>
              </a:schemeClr>
            </a:gs>
            <a:gs pos="80000">
              <a:schemeClr val="accent3">
                <a:hueOff val="4500106"/>
                <a:satOff val="-6752"/>
                <a:lumOff val="-1098"/>
                <a:alphaOff val="0"/>
                <a:shade val="93000"/>
                <a:satMod val="130000"/>
              </a:schemeClr>
            </a:gs>
            <a:gs pos="100000">
              <a:schemeClr val="accent3">
                <a:hueOff val="4500106"/>
                <a:satOff val="-6752"/>
                <a:lumOff val="-10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forEach</a:t>
          </a:r>
          <a:r>
            <a:rPr lang="en-US" sz="1900" kern="1200" dirty="0" smtClean="0"/>
            <a:t>()</a:t>
          </a:r>
          <a:endParaRPr lang="en-US" sz="1900" kern="1200" dirty="0"/>
        </a:p>
      </dsp:txBody>
      <dsp:txXfrm>
        <a:off x="4179973" y="3283193"/>
        <a:ext cx="1106098" cy="1106098"/>
      </dsp:txXfrm>
    </dsp:sp>
    <dsp:sp modelId="{50848F18-C08B-4A7A-9937-64F2B3225FA9}">
      <dsp:nvSpPr>
        <dsp:cNvPr id="0" name=""/>
        <dsp:cNvSpPr/>
      </dsp:nvSpPr>
      <dsp:spPr>
        <a:xfrm rot="5400000">
          <a:off x="2737086" y="3812555"/>
          <a:ext cx="469426" cy="47373"/>
        </a:xfrm>
        <a:custGeom>
          <a:avLst/>
          <a:gdLst/>
          <a:ahLst/>
          <a:cxnLst/>
          <a:rect l="0" t="0" r="0" b="0"/>
          <a:pathLst>
            <a:path>
              <a:moveTo>
                <a:pt x="0" y="23686"/>
              </a:moveTo>
              <a:lnTo>
                <a:pt x="469426" y="2368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960064" y="3824506"/>
        <a:ext cx="23471" cy="23471"/>
      </dsp:txXfrm>
    </dsp:sp>
    <dsp:sp modelId="{7E97A26E-6915-4C8C-B35D-0816B9E4E4FF}">
      <dsp:nvSpPr>
        <dsp:cNvPr id="0" name=""/>
        <dsp:cNvSpPr/>
      </dsp:nvSpPr>
      <dsp:spPr>
        <a:xfrm>
          <a:off x="2189670" y="4070955"/>
          <a:ext cx="1564258" cy="1564258"/>
        </a:xfrm>
        <a:prstGeom prst="ellipse">
          <a:avLst/>
        </a:prstGeom>
        <a:gradFill rotWithShape="0">
          <a:gsLst>
            <a:gs pos="0">
              <a:schemeClr val="accent3">
                <a:hueOff val="6750158"/>
                <a:satOff val="-10128"/>
                <a:lumOff val="-1647"/>
                <a:alphaOff val="0"/>
                <a:shade val="51000"/>
                <a:satMod val="130000"/>
              </a:schemeClr>
            </a:gs>
            <a:gs pos="80000">
              <a:schemeClr val="accent3">
                <a:hueOff val="6750158"/>
                <a:satOff val="-10128"/>
                <a:lumOff val="-1647"/>
                <a:alphaOff val="0"/>
                <a:shade val="93000"/>
                <a:satMod val="130000"/>
              </a:schemeClr>
            </a:gs>
            <a:gs pos="100000">
              <a:schemeClr val="accent3">
                <a:hueOff val="6750158"/>
                <a:satOff val="-10128"/>
                <a:lumOff val="-16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Default Method</a:t>
          </a:r>
          <a:endParaRPr lang="en-US" sz="1900" kern="1200" dirty="0"/>
        </a:p>
      </dsp:txBody>
      <dsp:txXfrm>
        <a:off x="2418750" y="4300035"/>
        <a:ext cx="1106098" cy="1106098"/>
      </dsp:txXfrm>
    </dsp:sp>
    <dsp:sp modelId="{958938D3-9D32-4FD9-A855-9E66D6540055}">
      <dsp:nvSpPr>
        <dsp:cNvPr id="0" name=""/>
        <dsp:cNvSpPr/>
      </dsp:nvSpPr>
      <dsp:spPr>
        <a:xfrm rot="9000000">
          <a:off x="1856475" y="3304134"/>
          <a:ext cx="469426" cy="47373"/>
        </a:xfrm>
        <a:custGeom>
          <a:avLst/>
          <a:gdLst/>
          <a:ahLst/>
          <a:cxnLst/>
          <a:rect l="0" t="0" r="0" b="0"/>
          <a:pathLst>
            <a:path>
              <a:moveTo>
                <a:pt x="0" y="23686"/>
              </a:moveTo>
              <a:lnTo>
                <a:pt x="469426" y="2368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0800000">
        <a:off x="2079453" y="3316085"/>
        <a:ext cx="23471" cy="23471"/>
      </dsp:txXfrm>
    </dsp:sp>
    <dsp:sp modelId="{65FB727F-E732-4337-A3C5-E4C171E96D79}">
      <dsp:nvSpPr>
        <dsp:cNvPr id="0" name=""/>
        <dsp:cNvSpPr/>
      </dsp:nvSpPr>
      <dsp:spPr>
        <a:xfrm>
          <a:off x="428448" y="3054113"/>
          <a:ext cx="1564258" cy="1564258"/>
        </a:xfrm>
        <a:prstGeom prst="ellipse">
          <a:avLst/>
        </a:prstGeom>
        <a:gradFill rotWithShape="0">
          <a:gsLst>
            <a:gs pos="0">
              <a:schemeClr val="accent3">
                <a:hueOff val="9000211"/>
                <a:satOff val="-13504"/>
                <a:lumOff val="-2196"/>
                <a:alphaOff val="0"/>
                <a:shade val="51000"/>
                <a:satMod val="130000"/>
              </a:schemeClr>
            </a:gs>
            <a:gs pos="80000">
              <a:schemeClr val="accent3">
                <a:hueOff val="9000211"/>
                <a:satOff val="-13504"/>
                <a:lumOff val="-2196"/>
                <a:alphaOff val="0"/>
                <a:shade val="93000"/>
                <a:satMod val="130000"/>
              </a:schemeClr>
            </a:gs>
            <a:gs pos="100000">
              <a:schemeClr val="accent3">
                <a:hueOff val="9000211"/>
                <a:satOff val="-13504"/>
                <a:lumOff val="-219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Reference Method</a:t>
          </a:r>
          <a:endParaRPr lang="en-US" sz="1900" kern="1200" dirty="0"/>
        </a:p>
      </dsp:txBody>
      <dsp:txXfrm>
        <a:off x="657528" y="3283193"/>
        <a:ext cx="1106098" cy="1106098"/>
      </dsp:txXfrm>
    </dsp:sp>
    <dsp:sp modelId="{CC680B32-458D-4725-8ACB-790204A96A65}">
      <dsp:nvSpPr>
        <dsp:cNvPr id="0" name=""/>
        <dsp:cNvSpPr/>
      </dsp:nvSpPr>
      <dsp:spPr>
        <a:xfrm rot="12600000">
          <a:off x="1856475" y="2287292"/>
          <a:ext cx="469426" cy="47373"/>
        </a:xfrm>
        <a:custGeom>
          <a:avLst/>
          <a:gdLst/>
          <a:ahLst/>
          <a:cxnLst/>
          <a:rect l="0" t="0" r="0" b="0"/>
          <a:pathLst>
            <a:path>
              <a:moveTo>
                <a:pt x="0" y="23686"/>
              </a:moveTo>
              <a:lnTo>
                <a:pt x="469426" y="2368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0800000">
        <a:off x="2079453" y="2299243"/>
        <a:ext cx="23471" cy="23471"/>
      </dsp:txXfrm>
    </dsp:sp>
    <dsp:sp modelId="{1F8C8C02-5342-4E16-9ABB-F597AF467CA9}">
      <dsp:nvSpPr>
        <dsp:cNvPr id="0" name=""/>
        <dsp:cNvSpPr/>
      </dsp:nvSpPr>
      <dsp:spPr>
        <a:xfrm>
          <a:off x="428448" y="1020428"/>
          <a:ext cx="1564258" cy="1564258"/>
        </a:xfrm>
        <a:prstGeom prst="ellipse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Date &amp; Time API</a:t>
          </a:r>
          <a:endParaRPr lang="en-US" sz="1900" kern="1200" dirty="0"/>
        </a:p>
      </dsp:txBody>
      <dsp:txXfrm>
        <a:off x="657528" y="1249508"/>
        <a:ext cx="1106098" cy="11060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forEach</a:t>
            </a:r>
            <a:endParaRPr lang="en-US" dirty="0" smtClean="0"/>
          </a:p>
          <a:p>
            <a:r>
              <a:rPr lang="en-US" dirty="0" smtClean="0"/>
              <a:t>Sort</a:t>
            </a:r>
          </a:p>
          <a:p>
            <a:r>
              <a:rPr lang="en-US" dirty="0" smtClean="0"/>
              <a:t>@</a:t>
            </a:r>
            <a:r>
              <a:rPr lang="en-US" dirty="0" err="1" smtClean="0"/>
              <a:t>FunctionalInterface</a:t>
            </a:r>
            <a:r>
              <a:rPr lang="en-US" baseline="0" dirty="0" smtClean="0"/>
              <a:t> &amp; Lambda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77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Filter, map, reduce, peek,</a:t>
            </a:r>
            <a:r>
              <a:rPr lang="en-US" baseline="0" dirty="0" smtClean="0"/>
              <a:t> aggregation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06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751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Read/write</a:t>
            </a:r>
            <a:r>
              <a:rPr lang="en-US" baseline="0" dirty="0" smtClean="0"/>
              <a:t> property</a:t>
            </a:r>
          </a:p>
          <a:p>
            <a:r>
              <a:rPr lang="en-US" baseline="0" dirty="0" smtClean="0"/>
              <a:t>For(in)</a:t>
            </a:r>
          </a:p>
          <a:p>
            <a:r>
              <a:rPr lang="en-US" baseline="0" dirty="0" smtClean="0"/>
              <a:t>String &lt;=&gt; 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00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76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readTree</a:t>
            </a:r>
            <a:r>
              <a:rPr lang="en-US" dirty="0" smtClean="0"/>
              <a:t>, </a:t>
            </a:r>
            <a:r>
              <a:rPr lang="en-US" dirty="0" err="1" smtClean="0"/>
              <a:t>readValue</a:t>
            </a:r>
            <a:r>
              <a:rPr lang="en-US" dirty="0" smtClean="0"/>
              <a:t> from</a:t>
            </a:r>
            <a:r>
              <a:rPr lang="en-US" baseline="0" dirty="0" smtClean="0"/>
              <a:t> String, File, URL =&gt; </a:t>
            </a:r>
            <a:r>
              <a:rPr lang="en-US" baseline="0" dirty="0" err="1" smtClean="0"/>
              <a:t>JsonNode</a:t>
            </a:r>
            <a:endParaRPr lang="en-US" baseline="0" dirty="0" smtClean="0"/>
          </a:p>
          <a:p>
            <a:r>
              <a:rPr lang="en-US" baseline="0" dirty="0" err="1" smtClean="0"/>
              <a:t>Bóc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tách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dữ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liệu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từ</a:t>
            </a:r>
            <a:r>
              <a:rPr lang="en-US" baseline="0" dirty="0" smtClean="0"/>
              <a:t> </a:t>
            </a:r>
            <a:r>
              <a:rPr lang="en-US" baseline="0" dirty="0" err="1" smtClean="0"/>
              <a:t>JsonNode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62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ReadValue</a:t>
            </a:r>
            <a:r>
              <a:rPr lang="en-US" dirty="0" smtClean="0"/>
              <a:t> =&gt; Map, Plain Java Object</a:t>
            </a:r>
          </a:p>
          <a:p>
            <a:r>
              <a:rPr lang="en-US" dirty="0" smtClean="0"/>
              <a:t>Write</a:t>
            </a:r>
            <a:r>
              <a:rPr lang="en-US" baseline="0" dirty="0" smtClean="0"/>
              <a:t> Object =&gt; String, File</a:t>
            </a:r>
          </a:p>
          <a:p>
            <a:endParaRPr lang="en-US" baseline="0" dirty="0" smtClean="0"/>
          </a:p>
          <a:p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https://mdn.github.io/learning-area/javascript/oojs/json/superheroes.json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84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 smtClean="0">
                <a:solidFill>
                  <a:schemeClr val="bg1"/>
                </a:solidFill>
              </a:rPr>
              <a:t>DEM</a:t>
            </a:r>
            <a:r>
              <a:rPr lang="en-US" sz="11500" b="1" dirty="0" smtClean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 smtClean="0"/>
              <a:t>Click to edit Master title style</a:t>
            </a:r>
            <a:endParaRPr lang="en-US" sz="3200" dirty="0"/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endParaRPr 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…….</a:t>
            </a:r>
          </a:p>
          <a:p>
            <a:r>
              <a:rPr lang="en-US" dirty="0" smtClean="0"/>
              <a:t>960, abstract, background, banner, bar, box, business, button, circle, clean,</a:t>
            </a:r>
          </a:p>
          <a:p>
            <a:r>
              <a:rPr lang="en-US" b="1" dirty="0" err="1" smtClean="0"/>
              <a:t>Nôi</a:t>
            </a:r>
            <a:r>
              <a:rPr lang="en-US" b="1" dirty="0" smtClean="0"/>
              <a:t> dung </a:t>
            </a:r>
            <a:r>
              <a:rPr lang="en-US" b="1" dirty="0" err="1" smtClean="0"/>
              <a:t>cần</a:t>
            </a:r>
            <a:r>
              <a:rPr lang="en-US" b="1" dirty="0" smtClean="0"/>
              <a:t> </a:t>
            </a:r>
            <a:r>
              <a:rPr lang="en-US" b="1" dirty="0" err="1" smtClean="0"/>
              <a:t>nhấn</a:t>
            </a:r>
            <a:r>
              <a:rPr lang="en-US" b="1" dirty="0" smtClean="0"/>
              <a:t> </a:t>
            </a:r>
            <a:r>
              <a:rPr lang="en-US" b="1" dirty="0" err="1" smtClean="0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mdn.github.io/learning-area/javascript/oojs/json/superheroes.js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: </a:t>
            </a:r>
            <a:r>
              <a:rPr lang="en-US" dirty="0" err="1" smtClean="0"/>
              <a:t>Nguyễn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Java 8 and Jackson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Conceive Design Implement Operate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5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pic>
        <p:nvPicPr>
          <p:cNvPr id="4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371600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135604627"/>
              </p:ext>
            </p:extLst>
          </p:nvPr>
        </p:nvGraphicFramePr>
        <p:xfrm>
          <a:off x="1143000" y="1143000"/>
          <a:ext cx="79248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349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Java 8 New Features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400800" y="1066800"/>
            <a:ext cx="51816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Lambda Expression</a:t>
            </a:r>
          </a:p>
          <a:p>
            <a:pPr lvl="1"/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,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endParaRPr lang="en-US" dirty="0" smtClean="0"/>
          </a:p>
          <a:p>
            <a:r>
              <a:rPr lang="en-US" dirty="0" smtClean="0"/>
              <a:t>Stream API</a:t>
            </a:r>
          </a:p>
          <a:p>
            <a:pPr lvl="1"/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cường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Collection</a:t>
            </a:r>
          </a:p>
          <a:p>
            <a:r>
              <a:rPr lang="en-US" dirty="0" err="1" smtClean="0"/>
              <a:t>forEach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Duyệt</a:t>
            </a:r>
            <a:r>
              <a:rPr lang="en-US" dirty="0" smtClean="0"/>
              <a:t> Collection, Map</a:t>
            </a:r>
          </a:p>
          <a:p>
            <a:r>
              <a:rPr lang="en-US" dirty="0" smtClean="0"/>
              <a:t>Default &amp; Static Method</a:t>
            </a:r>
          </a:p>
          <a:p>
            <a:pPr lvl="1"/>
            <a:r>
              <a:rPr lang="en-US" dirty="0" smtClean="0"/>
              <a:t>Cho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interface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implements interface</a:t>
            </a:r>
          </a:p>
          <a:p>
            <a:r>
              <a:rPr lang="en-US" dirty="0" smtClean="0"/>
              <a:t>Reference Method</a:t>
            </a:r>
          </a:p>
          <a:p>
            <a:pPr lvl="1"/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chiếu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 smtClean="0"/>
          </a:p>
          <a:p>
            <a:r>
              <a:rPr lang="en-US" dirty="0" smtClean="0"/>
              <a:t>Date &amp; Time API</a:t>
            </a:r>
          </a:p>
          <a:p>
            <a:pPr lvl="1"/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Date </a:t>
            </a:r>
            <a:r>
              <a:rPr lang="en-US" dirty="0" err="1" smtClean="0"/>
              <a:t>và</a:t>
            </a:r>
            <a:r>
              <a:rPr lang="en-US" dirty="0" smtClean="0"/>
              <a:t> Time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662689432"/>
              </p:ext>
            </p:extLst>
          </p:nvPr>
        </p:nvGraphicFramePr>
        <p:xfrm>
          <a:off x="609600" y="990600"/>
          <a:ext cx="59436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4" name="Picture 6" descr="Image result for java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971800"/>
            <a:ext cx="2031999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82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Graphic spid="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11049000" cy="492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7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53631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Lambda Expression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 descr="Lambda logo | Half-Life Wiki | Fand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600" y="26670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7614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vs Lambda (1)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35963"/>
            <a:ext cx="7324932" cy="21136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955" y="2705692"/>
            <a:ext cx="7324932" cy="14091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67583"/>
            <a:ext cx="7324932" cy="14576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0" y="5467350"/>
            <a:ext cx="7524750" cy="10096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6144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vs Lambda </a:t>
            </a:r>
            <a:r>
              <a:rPr lang="en-US" dirty="0" smtClean="0"/>
              <a:t>(2)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24" y="1266825"/>
            <a:ext cx="8159574" cy="16137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2" y="3256990"/>
            <a:ext cx="8159576" cy="23296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8382000" y="1970293"/>
            <a:ext cx="1828800" cy="7294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Staff</a:t>
            </a:r>
            <a:endParaRPr lang="en-US" sz="2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5076825"/>
            <a:ext cx="4810125" cy="9429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4736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vs Lambda (3)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28968"/>
            <a:ext cx="10972800" cy="35193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215471"/>
            <a:ext cx="10972800" cy="10311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9372600" y="914400"/>
            <a:ext cx="1981200" cy="76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List&lt;Staff&gt;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4651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vs Lambda (4)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28316"/>
            <a:ext cx="7677150" cy="2705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4391025"/>
            <a:ext cx="7677150" cy="11715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9874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4826726"/>
            <a:ext cx="10972800" cy="18288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Lambda Expression Summary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715000"/>
          </a:xfrm>
        </p:spPr>
        <p:txBody>
          <a:bodyPr>
            <a:normAutofit/>
          </a:bodyPr>
          <a:lstStyle/>
          <a:p>
            <a:r>
              <a:rPr lang="en-US" dirty="0" smtClean="0"/>
              <a:t>Collection&lt;T&gt;.</a:t>
            </a:r>
            <a:r>
              <a:rPr lang="en-US" b="1" dirty="0" err="1" smtClean="0"/>
              <a:t>forEach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0000FF"/>
                </a:solidFill>
              </a:rPr>
              <a:t>Consumer</a:t>
            </a:r>
            <a:r>
              <a:rPr lang="en-US" dirty="0" smtClean="0"/>
              <a:t>&lt;T&gt;)</a:t>
            </a:r>
          </a:p>
          <a:p>
            <a:pPr lvl="1"/>
            <a:r>
              <a:rPr lang="en-US" dirty="0" smtClean="0"/>
              <a:t>Consumer&lt;T&gt;.</a:t>
            </a:r>
            <a:r>
              <a:rPr lang="en-US" b="1" dirty="0" smtClean="0">
                <a:solidFill>
                  <a:srgbClr val="FF0000"/>
                </a:solidFill>
              </a:rPr>
              <a:t>accept</a:t>
            </a:r>
            <a:r>
              <a:rPr lang="en-US" dirty="0" smtClean="0">
                <a:solidFill>
                  <a:srgbClr val="FF0000"/>
                </a:solidFill>
              </a:rPr>
              <a:t>(T)</a:t>
            </a:r>
            <a:r>
              <a:rPr lang="en-US" dirty="0" smtClean="0"/>
              <a:t> </a:t>
            </a:r>
            <a:r>
              <a:rPr lang="en-US" b="1" i="1" dirty="0">
                <a:solidFill>
                  <a:srgbClr val="FF0000"/>
                </a:solidFill>
              </a:rPr>
              <a:t>=&gt;</a:t>
            </a:r>
            <a:r>
              <a:rPr lang="en-US" i="1" dirty="0" err="1"/>
              <a:t>list.forEach</a:t>
            </a:r>
            <a:r>
              <a:rPr lang="en-US" i="1" dirty="0"/>
              <a:t>(</a:t>
            </a:r>
            <a:r>
              <a:rPr lang="en-US" b="1" i="1" dirty="0">
                <a:solidFill>
                  <a:srgbClr val="0000FF"/>
                </a:solidFill>
              </a:rPr>
              <a:t>a –&gt; {…}</a:t>
            </a:r>
            <a:r>
              <a:rPr lang="en-US" i="1" dirty="0"/>
              <a:t>)</a:t>
            </a:r>
          </a:p>
          <a:p>
            <a:r>
              <a:rPr lang="en-US" dirty="0" smtClean="0"/>
              <a:t>Map(K, V).</a:t>
            </a:r>
            <a:r>
              <a:rPr lang="en-US" b="1" dirty="0" err="1" smtClean="0"/>
              <a:t>forEach</a:t>
            </a:r>
            <a:r>
              <a:rPr lang="en-US" dirty="0" smtClean="0"/>
              <a:t>(</a:t>
            </a:r>
            <a:r>
              <a:rPr lang="en-US" b="1" dirty="0" err="1" smtClean="0">
                <a:solidFill>
                  <a:srgbClr val="0000FF"/>
                </a:solidFill>
              </a:rPr>
              <a:t>BiConsumer</a:t>
            </a:r>
            <a:r>
              <a:rPr lang="en-US" dirty="0" smtClean="0"/>
              <a:t>&lt;K, V&gt;)</a:t>
            </a:r>
          </a:p>
          <a:p>
            <a:pPr lvl="1"/>
            <a:r>
              <a:rPr lang="en-US" dirty="0" err="1" smtClean="0"/>
              <a:t>BiConsumer</a:t>
            </a:r>
            <a:r>
              <a:rPr lang="en-US" dirty="0" smtClean="0"/>
              <a:t>&lt;K</a:t>
            </a:r>
            <a:r>
              <a:rPr lang="en-US" dirty="0"/>
              <a:t>, V</a:t>
            </a:r>
            <a:r>
              <a:rPr lang="en-US" dirty="0" smtClean="0"/>
              <a:t>&gt;.</a:t>
            </a:r>
            <a:r>
              <a:rPr lang="en-US" b="1" dirty="0" smtClean="0">
                <a:solidFill>
                  <a:srgbClr val="FF0000"/>
                </a:solidFill>
              </a:rPr>
              <a:t>accept(K, V)</a:t>
            </a:r>
            <a:r>
              <a:rPr lang="en-US" dirty="0" smtClean="0"/>
              <a:t> </a:t>
            </a:r>
            <a:r>
              <a:rPr lang="en-US" b="1" i="1" dirty="0">
                <a:solidFill>
                  <a:srgbClr val="FF0000"/>
                </a:solidFill>
              </a:rPr>
              <a:t>=&gt; </a:t>
            </a:r>
            <a:r>
              <a:rPr lang="en-US" i="1" dirty="0" err="1"/>
              <a:t>map.forEach</a:t>
            </a:r>
            <a:r>
              <a:rPr lang="en-US" i="1" dirty="0"/>
              <a:t>(</a:t>
            </a:r>
            <a:r>
              <a:rPr lang="en-US" b="1" i="1" dirty="0">
                <a:solidFill>
                  <a:srgbClr val="0000FF"/>
                </a:solidFill>
              </a:rPr>
              <a:t>(k, v) –&gt; {…}</a:t>
            </a:r>
            <a:r>
              <a:rPr lang="en-US" i="1" dirty="0"/>
              <a:t>)</a:t>
            </a:r>
          </a:p>
          <a:p>
            <a:r>
              <a:rPr lang="en-US" dirty="0" smtClean="0"/>
              <a:t>List&lt;T&gt;.</a:t>
            </a:r>
            <a:r>
              <a:rPr lang="en-US" b="1" dirty="0" smtClean="0"/>
              <a:t>sort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0000FF"/>
                </a:solidFill>
              </a:rPr>
              <a:t>Comparator</a:t>
            </a:r>
            <a:r>
              <a:rPr lang="en-US" dirty="0" smtClean="0"/>
              <a:t>&lt;T&gt;)</a:t>
            </a:r>
          </a:p>
          <a:p>
            <a:pPr lvl="1"/>
            <a:r>
              <a:rPr lang="en-US" dirty="0" smtClean="0"/>
              <a:t>Comparator&lt;T&gt;.</a:t>
            </a:r>
            <a:r>
              <a:rPr lang="en-US" b="1" dirty="0" smtClean="0">
                <a:solidFill>
                  <a:srgbClr val="FF0000"/>
                </a:solidFill>
              </a:rPr>
              <a:t>compare(T, T)</a:t>
            </a:r>
            <a:r>
              <a:rPr lang="en-US" dirty="0" smtClean="0"/>
              <a:t> </a:t>
            </a:r>
            <a:r>
              <a:rPr lang="en-US" b="1" i="1" dirty="0">
                <a:solidFill>
                  <a:srgbClr val="FF0000"/>
                </a:solidFill>
              </a:rPr>
              <a:t>=&gt; </a:t>
            </a:r>
            <a:r>
              <a:rPr lang="en-US" i="1" dirty="0" err="1"/>
              <a:t>list.sort</a:t>
            </a:r>
            <a:r>
              <a:rPr lang="en-US" i="1" dirty="0"/>
              <a:t>(</a:t>
            </a:r>
            <a:r>
              <a:rPr lang="en-US" b="1" i="1" dirty="0">
                <a:solidFill>
                  <a:srgbClr val="0000FF"/>
                </a:solidFill>
              </a:rPr>
              <a:t>(o1, o2) –&gt; {…}</a:t>
            </a:r>
            <a:r>
              <a:rPr lang="en-US" i="1" dirty="0"/>
              <a:t>)</a:t>
            </a:r>
          </a:p>
          <a:p>
            <a:r>
              <a:rPr lang="en-US" dirty="0" smtClean="0"/>
              <a:t>Thread(</a:t>
            </a:r>
            <a:r>
              <a:rPr lang="en-US" b="1" dirty="0" smtClean="0">
                <a:solidFill>
                  <a:srgbClr val="0000FF"/>
                </a:solidFill>
              </a:rPr>
              <a:t>Runnable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Runnable.</a:t>
            </a:r>
            <a:r>
              <a:rPr lang="en-US" b="1" dirty="0" err="1" smtClean="0">
                <a:solidFill>
                  <a:srgbClr val="FF0000"/>
                </a:solidFill>
              </a:rPr>
              <a:t>run</a:t>
            </a:r>
            <a:r>
              <a:rPr lang="en-US" b="1" dirty="0" smtClean="0">
                <a:solidFill>
                  <a:srgbClr val="FF0000"/>
                </a:solidFill>
              </a:rPr>
              <a:t>()</a:t>
            </a:r>
            <a:r>
              <a:rPr lang="en-US" dirty="0" smtClean="0"/>
              <a:t> </a:t>
            </a:r>
            <a:r>
              <a:rPr lang="en-US" b="1" i="1" dirty="0">
                <a:solidFill>
                  <a:srgbClr val="FF0000"/>
                </a:solidFill>
              </a:rPr>
              <a:t>=&gt; </a:t>
            </a:r>
            <a:r>
              <a:rPr lang="en-US" i="1" dirty="0"/>
              <a:t>new Thread(</a:t>
            </a:r>
            <a:r>
              <a:rPr lang="en-US" b="1" i="1" dirty="0">
                <a:solidFill>
                  <a:srgbClr val="0000FF"/>
                </a:solidFill>
              </a:rPr>
              <a:t>() –&gt; {…}</a:t>
            </a:r>
            <a:r>
              <a:rPr lang="en-US" i="1" dirty="0"/>
              <a:t>)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xét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tham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phương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forEach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(), sort(), new Thread()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interface </a:t>
            </a:r>
            <a:r>
              <a:rPr lang="en-US" b="1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US" b="1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chứa</a:t>
            </a:r>
            <a:r>
              <a:rPr lang="en-US" b="1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duy</a:t>
            </a:r>
            <a:r>
              <a:rPr lang="en-US" b="1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US" b="1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1 </a:t>
            </a:r>
            <a:r>
              <a:rPr lang="en-US" b="1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phương</a:t>
            </a:r>
            <a:r>
              <a:rPr lang="en-US" b="1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b="1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trừu</a:t>
            </a:r>
            <a:r>
              <a:rPr lang="en-US" b="1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tượng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Vì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vậy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gọi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phương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truyền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biểu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lambda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đối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tượng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interface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37463" y="1524000"/>
            <a:ext cx="3505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91200" y="2536371"/>
            <a:ext cx="43434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778137" y="3333205"/>
            <a:ext cx="43434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619500" y="4310742"/>
            <a:ext cx="43434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4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uiExpand="1" build="p"/>
      <p:bldP spid="5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Lambda Expression?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94930"/>
            <a:ext cx="10972800" cy="4410670"/>
          </a:xfrm>
        </p:spPr>
        <p:txBody>
          <a:bodyPr/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 Java lambda expression is an </a:t>
            </a:r>
            <a:r>
              <a:rPr lang="en-US" b="1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anonymous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that can be created without belonging to any class. Instead, it is used </a:t>
            </a:r>
            <a:r>
              <a:rPr lang="en-US" b="1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implement a method defined by a function interface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i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interface contains </a:t>
            </a:r>
            <a:r>
              <a:rPr lang="en-US" b="1" i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one — and only one</a:t>
            </a:r>
            <a:r>
              <a:rPr lang="en-US" i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— abstract method but also can contain multiple default and static methods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Biểu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Lambda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phương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nặc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danh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nhằm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mã</a:t>
            </a:r>
            <a:r>
              <a:rPr lang="en-US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nguồn</a:t>
            </a:r>
            <a:r>
              <a:rPr lang="en-US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phương</a:t>
            </a:r>
            <a:r>
              <a:rPr lang="en-US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@</a:t>
            </a:r>
            <a:r>
              <a:rPr lang="en-US" b="1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FunctionalInterface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khai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báo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duy</a:t>
            </a:r>
            <a:r>
              <a:rPr lang="en-US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US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phương</a:t>
            </a:r>
            <a:r>
              <a:rPr lang="en-US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trừu</a:t>
            </a:r>
            <a:r>
              <a:rPr lang="en-US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tượng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6418" y="1066800"/>
            <a:ext cx="95639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rgbClr val="FF0000"/>
                </a:solidFill>
                <a:effectLst/>
              </a:rPr>
              <a:t>([parameters]) </a:t>
            </a:r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-&gt; </a:t>
            </a:r>
            <a:r>
              <a:rPr lang="en-US" sz="5400" b="1" cap="none" spc="0" dirty="0" smtClean="0">
                <a:ln/>
                <a:solidFill>
                  <a:srgbClr val="0000FF"/>
                </a:solidFill>
                <a:effectLst/>
              </a:rPr>
              <a:t>{method body}</a:t>
            </a:r>
            <a:endParaRPr lang="en-US" sz="5400" b="1" cap="none" spc="0" dirty="0">
              <a:ln/>
              <a:solidFill>
                <a:srgbClr val="0000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3972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lded Corner 21"/>
          <p:cNvSpPr/>
          <p:nvPr/>
        </p:nvSpPr>
        <p:spPr>
          <a:xfrm>
            <a:off x="7543800" y="1066800"/>
            <a:ext cx="3733800" cy="1981200"/>
          </a:xfrm>
          <a:prstGeom prst="foldedCorner">
            <a:avLst>
              <a:gd name="adj" fmla="val 852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Interface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53032" y="1069307"/>
            <a:ext cx="418116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@</a:t>
            </a:r>
            <a:r>
              <a:rPr lang="en-US" sz="2400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FunctionalInterface</a:t>
            </a:r>
            <a:endParaRPr lang="en-US" sz="24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 </a:t>
            </a:r>
            <a:r>
              <a:rPr lang="en-US" sz="2400" b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interface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MyFuncInter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T0 m1(T1 a, T2 b);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2400" b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default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Y m2(){…}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2400" b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Z m3(){…}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39000" y="5285376"/>
            <a:ext cx="438376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MyFuncInter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24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(a, b) </a:t>
            </a: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-&gt; </a:t>
            </a:r>
            <a:r>
              <a:rPr lang="en-US" sz="24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{…}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39162" y="4823711"/>
            <a:ext cx="1115049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cap="small" dirty="0" smtClean="0"/>
              <a:t>Lambda</a:t>
            </a:r>
            <a:endParaRPr lang="en-US" sz="2400" b="1" i="1" cap="small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5285376"/>
            <a:ext cx="541738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MyFuncInter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MyFuncInter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(){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pubic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T0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m1</a:t>
            </a: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(T1 a, T2 b){…}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};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4823711"/>
            <a:ext cx="161454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cap="small" dirty="0" smtClean="0"/>
              <a:t>Traditional</a:t>
            </a:r>
            <a:endParaRPr lang="en-US" sz="2400" b="1" i="1" cap="small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1" name="Elbow Connector 20"/>
          <p:cNvCxnSpPr>
            <a:stCxn id="5" idx="0"/>
            <a:endCxn id="4" idx="2"/>
          </p:cNvCxnSpPr>
          <p:nvPr/>
        </p:nvCxnSpPr>
        <p:spPr>
          <a:xfrm rot="16200000" flipV="1">
            <a:off x="6183377" y="2037871"/>
            <a:ext cx="1907745" cy="45872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0" idx="0"/>
            <a:endCxn id="4" idx="2"/>
          </p:cNvCxnSpPr>
          <p:nvPr/>
        </p:nvCxnSpPr>
        <p:spPr>
          <a:xfrm rot="5400000" flipH="1" flipV="1">
            <a:off x="3165181" y="3606941"/>
            <a:ext cx="1907745" cy="14491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20000" y="1194414"/>
            <a:ext cx="3581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@</a:t>
            </a:r>
            <a:r>
              <a:rPr lang="en-US" sz="2000" b="1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FunctionalInterface</a:t>
            </a:r>
            <a:r>
              <a:rPr lang="en-US" sz="2000" b="1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đảm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bảo</a:t>
            </a:r>
            <a:r>
              <a:rPr lang="en-US" sz="20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interface </a:t>
            </a:r>
            <a:r>
              <a:rPr lang="en-US" sz="20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US" sz="20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chứa</a:t>
            </a:r>
            <a:r>
              <a:rPr lang="en-US" sz="20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20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phương</a:t>
            </a:r>
            <a:r>
              <a:rPr lang="en-US" sz="20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sz="20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trừu</a:t>
            </a:r>
            <a:r>
              <a:rPr lang="en-US" sz="20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tượng</a:t>
            </a:r>
            <a:r>
              <a:rPr lang="en-US" sz="20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duy</a:t>
            </a:r>
            <a:r>
              <a:rPr lang="en-US" sz="20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US" sz="2000" i="1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ngược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lại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sẽ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báo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lỗi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tại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điểm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ịch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6103180" y="1371600"/>
            <a:ext cx="144062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45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" grpId="0" animBg="1"/>
      <p:bldP spid="5" grpId="0" animBg="1"/>
      <p:bldP spid="6" grpId="0" animBg="1"/>
      <p:bldP spid="10" grpId="0" animBg="1"/>
      <p:bldP spid="16" grpId="0" animBg="1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Lambda Expression Syntaxes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9455" y="1066800"/>
            <a:ext cx="959782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7200" b="1" cap="none" spc="0" dirty="0" smtClean="0">
                <a:ln/>
                <a:solidFill>
                  <a:srgbClr val="FF0000"/>
                </a:solidFill>
                <a:effectLst/>
              </a:rPr>
              <a:t>(a1, a2…) </a:t>
            </a:r>
            <a:r>
              <a:rPr lang="en-US" sz="7200" b="1" cap="none" spc="0" dirty="0" smtClean="0">
                <a:ln/>
                <a:solidFill>
                  <a:schemeClr val="accent3"/>
                </a:solidFill>
                <a:effectLst/>
              </a:rPr>
              <a:t>-&gt; </a:t>
            </a:r>
            <a:r>
              <a:rPr lang="en-US" sz="7200" b="1" cap="none" spc="0" dirty="0" smtClean="0">
                <a:ln/>
                <a:solidFill>
                  <a:srgbClr val="0000FF"/>
                </a:solidFill>
                <a:effectLst/>
              </a:rPr>
              <a:t>{code block}</a:t>
            </a:r>
            <a:endParaRPr lang="en-US" sz="7200" b="1" cap="none" spc="0" dirty="0">
              <a:ln/>
              <a:solidFill>
                <a:srgbClr val="0000FF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35809" y="3886200"/>
            <a:ext cx="3121545" cy="685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()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1835809" y="4724400"/>
            <a:ext cx="3121545" cy="685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(a1) or a1</a:t>
            </a:r>
            <a:endParaRPr lang="en-US" sz="3200" dirty="0"/>
          </a:p>
        </p:txBody>
      </p:sp>
      <p:sp>
        <p:nvSpPr>
          <p:cNvPr id="7" name="Rectangle 6"/>
          <p:cNvSpPr/>
          <p:nvPr/>
        </p:nvSpPr>
        <p:spPr>
          <a:xfrm>
            <a:off x="1835809" y="5562600"/>
            <a:ext cx="3121545" cy="685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(a1, a2…)</a:t>
            </a:r>
            <a:endParaRPr lang="en-US" sz="3200" dirty="0"/>
          </a:p>
        </p:txBody>
      </p:sp>
      <p:sp>
        <p:nvSpPr>
          <p:cNvPr id="8" name="Rectangle 7"/>
          <p:cNvSpPr/>
          <p:nvPr/>
        </p:nvSpPr>
        <p:spPr>
          <a:xfrm>
            <a:off x="6705600" y="3886200"/>
            <a:ext cx="3657600" cy="701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{multi code lines}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6705600" y="4680857"/>
            <a:ext cx="3657600" cy="156754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{one code line}</a:t>
            </a:r>
          </a:p>
          <a:p>
            <a:pPr algn="ctr"/>
            <a:r>
              <a:rPr lang="en-US" sz="3200" dirty="0" smtClean="0"/>
              <a:t>or </a:t>
            </a:r>
          </a:p>
          <a:p>
            <a:pPr algn="ctr"/>
            <a:r>
              <a:rPr lang="en-US" sz="3200" dirty="0" smtClean="0"/>
              <a:t>one code line</a:t>
            </a:r>
            <a:endParaRPr lang="en-US" sz="3200" dirty="0"/>
          </a:p>
        </p:txBody>
      </p:sp>
      <p:sp>
        <p:nvSpPr>
          <p:cNvPr id="10" name="Rectangle 9"/>
          <p:cNvSpPr/>
          <p:nvPr/>
        </p:nvSpPr>
        <p:spPr>
          <a:xfrm>
            <a:off x="1073809" y="3886200"/>
            <a:ext cx="762000" cy="685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3809" y="4724400"/>
            <a:ext cx="762000" cy="685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</a:t>
            </a:r>
            <a:endParaRPr lang="en-US" sz="3200" dirty="0"/>
          </a:p>
        </p:txBody>
      </p:sp>
      <p:sp>
        <p:nvSpPr>
          <p:cNvPr id="12" name="Rectangle 11"/>
          <p:cNvSpPr/>
          <p:nvPr/>
        </p:nvSpPr>
        <p:spPr>
          <a:xfrm>
            <a:off x="1073809" y="5562600"/>
            <a:ext cx="762000" cy="685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N</a:t>
            </a:r>
            <a:endParaRPr lang="en-US" sz="3200" dirty="0"/>
          </a:p>
        </p:txBody>
      </p:sp>
      <p:sp>
        <p:nvSpPr>
          <p:cNvPr id="13" name="Rectangle 12"/>
          <p:cNvSpPr/>
          <p:nvPr/>
        </p:nvSpPr>
        <p:spPr>
          <a:xfrm>
            <a:off x="5943600" y="3886200"/>
            <a:ext cx="762000" cy="701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N</a:t>
            </a:r>
            <a:endParaRPr lang="en-US" sz="3200" dirty="0"/>
          </a:p>
        </p:txBody>
      </p:sp>
      <p:sp>
        <p:nvSpPr>
          <p:cNvPr id="14" name="Rectangle 13"/>
          <p:cNvSpPr/>
          <p:nvPr/>
        </p:nvSpPr>
        <p:spPr>
          <a:xfrm>
            <a:off x="5943600" y="4680857"/>
            <a:ext cx="762000" cy="701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</a:t>
            </a:r>
            <a:endParaRPr lang="en-US" sz="3200" dirty="0"/>
          </a:p>
        </p:txBody>
      </p:sp>
      <p:sp>
        <p:nvSpPr>
          <p:cNvPr id="15" name="Right Brace 14"/>
          <p:cNvSpPr/>
          <p:nvPr/>
        </p:nvSpPr>
        <p:spPr>
          <a:xfrm rot="5400000">
            <a:off x="2682478" y="908353"/>
            <a:ext cx="530745" cy="3248297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 rot="5400000">
            <a:off x="7917419" y="339030"/>
            <a:ext cx="530745" cy="4386943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943600" y="2954382"/>
            <a:ext cx="4419600" cy="701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dirty="0" smtClean="0">
                <a:ln/>
                <a:solidFill>
                  <a:schemeClr val="accent3"/>
                </a:solidFill>
              </a:rPr>
              <a:t>Body</a:t>
            </a:r>
            <a:endParaRPr lang="en-US" sz="3200" b="1" dirty="0">
              <a:ln/>
              <a:solidFill>
                <a:schemeClr val="accent3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455" y="2969622"/>
            <a:ext cx="3887899" cy="685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dirty="0" smtClean="0">
                <a:ln/>
                <a:solidFill>
                  <a:schemeClr val="accent3"/>
                </a:solidFill>
              </a:rPr>
              <a:t>Parameters</a:t>
            </a:r>
            <a:endParaRPr lang="en-US" sz="3200" b="1" dirty="0">
              <a:ln/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71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Lambda Example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6096000"/>
            <a:ext cx="9563100" cy="4476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4200525"/>
            <a:ext cx="9563100" cy="12858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00" y="2914650"/>
            <a:ext cx="9563100" cy="438150"/>
          </a:xfrm>
          <a:prstGeom prst="rect">
            <a:avLst/>
          </a:prstGeom>
          <a:ln>
            <a:solidFill>
              <a:srgbClr val="FF33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028699"/>
            <a:ext cx="9563100" cy="1276350"/>
          </a:xfrm>
          <a:prstGeom prst="rect">
            <a:avLst/>
          </a:prstGeom>
          <a:ln>
            <a:solidFill>
              <a:srgbClr val="FF3300"/>
            </a:solidFill>
          </a:ln>
        </p:spPr>
      </p:pic>
      <p:cxnSp>
        <p:nvCxnSpPr>
          <p:cNvPr id="9" name="Elbow Connector 8"/>
          <p:cNvCxnSpPr>
            <a:stCxn id="7" idx="2"/>
            <a:endCxn id="6" idx="1"/>
          </p:cNvCxnSpPr>
          <p:nvPr/>
        </p:nvCxnSpPr>
        <p:spPr>
          <a:xfrm rot="5400000">
            <a:off x="3309937" y="1014412"/>
            <a:ext cx="828676" cy="3409950"/>
          </a:xfrm>
          <a:prstGeom prst="bentConnector4">
            <a:avLst>
              <a:gd name="adj1" fmla="val 36782"/>
              <a:gd name="adj2" fmla="val 106704"/>
            </a:avLst>
          </a:prstGeom>
          <a:ln>
            <a:solidFill>
              <a:srgbClr val="FF33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stCxn id="5" idx="2"/>
            <a:endCxn id="4" idx="1"/>
          </p:cNvCxnSpPr>
          <p:nvPr/>
        </p:nvCxnSpPr>
        <p:spPr>
          <a:xfrm rot="5400000">
            <a:off x="3307556" y="4198144"/>
            <a:ext cx="833438" cy="3409950"/>
          </a:xfrm>
          <a:prstGeom prst="bentConnector4">
            <a:avLst>
              <a:gd name="adj1" fmla="val 36571"/>
              <a:gd name="adj2" fmla="val 106704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73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78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33050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Stream API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1425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Stream?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791200"/>
          </a:xfrm>
        </p:spPr>
        <p:txBody>
          <a:bodyPr>
            <a:normAutofit/>
          </a:bodyPr>
          <a:lstStyle/>
          <a:p>
            <a:r>
              <a:rPr lang="en-US" dirty="0" smtClean="0"/>
              <a:t>Stream (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Java 8)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bọc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(collection)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r>
              <a:rPr lang="en-US" dirty="0" smtClean="0"/>
              <a:t> (array).</a:t>
            </a:r>
          </a:p>
          <a:p>
            <a:r>
              <a:rPr lang="en-US" dirty="0" smtClean="0"/>
              <a:t>Stream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cường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Lambda.</a:t>
            </a:r>
          </a:p>
          <a:p>
            <a:r>
              <a:rPr lang="en-US" dirty="0" err="1" smtClean="0"/>
              <a:t>Các</a:t>
            </a:r>
            <a:r>
              <a:rPr lang="en-US" dirty="0" smtClean="0"/>
              <a:t> operations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endParaRPr lang="en-US" dirty="0" smtClean="0"/>
          </a:p>
          <a:p>
            <a:pPr lvl="1"/>
            <a:r>
              <a:rPr lang="en-US" dirty="0" err="1" smtClean="0"/>
              <a:t>Duyệt</a:t>
            </a:r>
            <a:r>
              <a:rPr lang="en-US" dirty="0" smtClean="0"/>
              <a:t>: </a:t>
            </a:r>
            <a:r>
              <a:rPr lang="en-US" b="1" i="1" dirty="0" err="1" smtClean="0">
                <a:solidFill>
                  <a:srgbClr val="FF0000"/>
                </a:solidFill>
              </a:rPr>
              <a:t>forEach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Lọc</a:t>
            </a:r>
            <a:r>
              <a:rPr lang="en-US" dirty="0" smtClean="0"/>
              <a:t>: </a:t>
            </a:r>
            <a:r>
              <a:rPr lang="en-US" b="1" i="1" dirty="0">
                <a:solidFill>
                  <a:srgbClr val="FF0000"/>
                </a:solidFill>
              </a:rPr>
              <a:t>filter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: </a:t>
            </a:r>
            <a:r>
              <a:rPr lang="en-US" b="1" i="1" dirty="0">
                <a:solidFill>
                  <a:srgbClr val="FF0000"/>
                </a:solidFill>
              </a:rPr>
              <a:t>map</a:t>
            </a:r>
            <a:r>
              <a:rPr lang="en-US" dirty="0" smtClean="0"/>
              <a:t>(), </a:t>
            </a:r>
            <a:r>
              <a:rPr lang="en-US" b="1" i="1" dirty="0" err="1">
                <a:solidFill>
                  <a:srgbClr val="FF0000"/>
                </a:solidFill>
              </a:rPr>
              <a:t>mapToDouble</a:t>
            </a:r>
            <a:r>
              <a:rPr lang="en-US" dirty="0" smtClean="0"/>
              <a:t>(), </a:t>
            </a:r>
            <a:r>
              <a:rPr lang="en-US" b="1" i="1" dirty="0" err="1">
                <a:solidFill>
                  <a:srgbClr val="FF0000"/>
                </a:solidFill>
              </a:rPr>
              <a:t>mapToInt</a:t>
            </a:r>
            <a:r>
              <a:rPr lang="en-US" dirty="0" smtClean="0"/>
              <a:t>(), </a:t>
            </a:r>
            <a:r>
              <a:rPr lang="en-US" b="1" i="1" dirty="0" err="1">
                <a:solidFill>
                  <a:srgbClr val="FF0000"/>
                </a:solidFill>
              </a:rPr>
              <a:t>mapToLong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lũy</a:t>
            </a:r>
            <a:r>
              <a:rPr lang="en-US" dirty="0" smtClean="0"/>
              <a:t>: </a:t>
            </a:r>
            <a:r>
              <a:rPr lang="en-US" b="1" i="1" dirty="0">
                <a:solidFill>
                  <a:srgbClr val="FF0000"/>
                </a:solidFill>
              </a:rPr>
              <a:t>reduce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: </a:t>
            </a:r>
            <a:r>
              <a:rPr lang="en-US" b="1" i="1" dirty="0">
                <a:solidFill>
                  <a:srgbClr val="FF0000"/>
                </a:solidFill>
              </a:rPr>
              <a:t>sum</a:t>
            </a:r>
            <a:r>
              <a:rPr lang="en-US" dirty="0" smtClean="0"/>
              <a:t>(), </a:t>
            </a:r>
            <a:r>
              <a:rPr lang="en-US" b="1" i="1" dirty="0">
                <a:solidFill>
                  <a:srgbClr val="FF0000"/>
                </a:solidFill>
              </a:rPr>
              <a:t>count</a:t>
            </a:r>
            <a:r>
              <a:rPr lang="en-US" dirty="0" smtClean="0"/>
              <a:t>(), </a:t>
            </a:r>
            <a:r>
              <a:rPr lang="en-US" b="1" i="1" dirty="0">
                <a:solidFill>
                  <a:srgbClr val="FF0000"/>
                </a:solidFill>
              </a:rPr>
              <a:t>min</a:t>
            </a:r>
            <a:r>
              <a:rPr lang="en-US" dirty="0" smtClean="0"/>
              <a:t>(), </a:t>
            </a:r>
            <a:r>
              <a:rPr lang="en-US" b="1" i="1" dirty="0">
                <a:solidFill>
                  <a:srgbClr val="FF0000"/>
                </a:solidFill>
              </a:rPr>
              <a:t>max</a:t>
            </a:r>
            <a:r>
              <a:rPr lang="en-US" dirty="0" smtClean="0"/>
              <a:t>(), </a:t>
            </a:r>
            <a:r>
              <a:rPr lang="en-US" b="1" i="1" dirty="0">
                <a:solidFill>
                  <a:srgbClr val="FF0000"/>
                </a:solidFill>
              </a:rPr>
              <a:t>average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: </a:t>
            </a:r>
            <a:r>
              <a:rPr lang="en-US" b="1" i="1" dirty="0" err="1">
                <a:solidFill>
                  <a:srgbClr val="FF0000"/>
                </a:solidFill>
              </a:rPr>
              <a:t>allMatch</a:t>
            </a:r>
            <a:r>
              <a:rPr lang="en-US" dirty="0" smtClean="0"/>
              <a:t>(), </a:t>
            </a:r>
            <a:r>
              <a:rPr lang="en-US" b="1" i="1" dirty="0" err="1">
                <a:solidFill>
                  <a:srgbClr val="FF0000"/>
                </a:solidFill>
              </a:rPr>
              <a:t>anyMatch</a:t>
            </a:r>
            <a:r>
              <a:rPr lang="en-US" dirty="0" smtClean="0"/>
              <a:t>(), </a:t>
            </a:r>
            <a:r>
              <a:rPr lang="en-US" b="1" i="1" dirty="0" err="1">
                <a:solidFill>
                  <a:srgbClr val="FF0000"/>
                </a:solidFill>
              </a:rPr>
              <a:t>noneMatch</a:t>
            </a:r>
            <a:r>
              <a:rPr lang="en-US" dirty="0" smtClean="0"/>
              <a:t>()…</a:t>
            </a:r>
          </a:p>
          <a:p>
            <a:pPr lvl="1"/>
            <a:r>
              <a:rPr lang="en-US" dirty="0" smtClean="0"/>
              <a:t>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62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Stream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009650"/>
            <a:ext cx="6419850" cy="1733550"/>
          </a:xfrm>
          <a:prstGeom prst="rect">
            <a:avLst/>
          </a:prstGeom>
          <a:ln>
            <a:solidFill>
              <a:srgbClr val="FF33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0" y="3962400"/>
            <a:ext cx="6419850" cy="819150"/>
          </a:xfrm>
          <a:prstGeom prst="rect">
            <a:avLst/>
          </a:prstGeom>
          <a:ln>
            <a:solidFill>
              <a:srgbClr val="FF33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550" y="5181600"/>
            <a:ext cx="6419850" cy="914400"/>
          </a:xfrm>
          <a:prstGeom prst="rect">
            <a:avLst/>
          </a:prstGeom>
          <a:ln>
            <a:solidFill>
              <a:srgbClr val="FF3300"/>
            </a:solidFill>
          </a:ln>
        </p:spPr>
      </p:pic>
      <p:cxnSp>
        <p:nvCxnSpPr>
          <p:cNvPr id="7" name="Elbow Connector 6"/>
          <p:cNvCxnSpPr>
            <a:stCxn id="4" idx="2"/>
            <a:endCxn id="5" idx="1"/>
          </p:cNvCxnSpPr>
          <p:nvPr/>
        </p:nvCxnSpPr>
        <p:spPr>
          <a:xfrm rot="16200000" flipH="1">
            <a:off x="3705225" y="2914649"/>
            <a:ext cx="1628775" cy="12858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>
            <a:stCxn id="4" idx="2"/>
            <a:endCxn id="6" idx="1"/>
          </p:cNvCxnSpPr>
          <p:nvPr/>
        </p:nvCxnSpPr>
        <p:spPr>
          <a:xfrm rot="16200000" flipH="1">
            <a:off x="3071812" y="3548062"/>
            <a:ext cx="2895600" cy="12858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87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56"/>
          <p:cNvSpPr/>
          <p:nvPr/>
        </p:nvSpPr>
        <p:spPr>
          <a:xfrm>
            <a:off x="3530602" y="1001996"/>
            <a:ext cx="5079998" cy="2046004"/>
          </a:xfrm>
          <a:prstGeom prst="roundRect">
            <a:avLst>
              <a:gd name="adj" fmla="val 841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Processing Operations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09600" y="1828800"/>
            <a:ext cx="2143518" cy="685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Source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3733800" y="1828800"/>
            <a:ext cx="1955798" cy="6858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Operation 1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6467082" y="1828800"/>
            <a:ext cx="1955798" cy="6858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Operation N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9352764" y="1828800"/>
            <a:ext cx="2227459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Terminal Operations</a:t>
            </a:r>
            <a:endParaRPr lang="en-US" sz="2400" dirty="0"/>
          </a:p>
        </p:txBody>
      </p:sp>
      <p:cxnSp>
        <p:nvCxnSpPr>
          <p:cNvPr id="9" name="Straight Arrow Connector 8"/>
          <p:cNvCxnSpPr>
            <a:stCxn id="4" idx="3"/>
            <a:endCxn id="5" idx="1"/>
          </p:cNvCxnSpPr>
          <p:nvPr/>
        </p:nvCxnSpPr>
        <p:spPr>
          <a:xfrm>
            <a:off x="2753118" y="2171700"/>
            <a:ext cx="980682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>
          <a:xfrm>
            <a:off x="5689598" y="2171700"/>
            <a:ext cx="777484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1"/>
          </p:cNvCxnSpPr>
          <p:nvPr/>
        </p:nvCxnSpPr>
        <p:spPr>
          <a:xfrm>
            <a:off x="8422880" y="2171700"/>
            <a:ext cx="929884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Folded Corner 13"/>
          <p:cNvSpPr/>
          <p:nvPr/>
        </p:nvSpPr>
        <p:spPr>
          <a:xfrm>
            <a:off x="609600" y="2821867"/>
            <a:ext cx="2143518" cy="911933"/>
          </a:xfrm>
          <a:prstGeom prst="foldedCorner">
            <a:avLst>
              <a:gd name="adj" fmla="val 2178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200" dirty="0" smtClean="0"/>
              <a:t>Array</a:t>
            </a:r>
          </a:p>
          <a:p>
            <a:r>
              <a:rPr lang="en-US" sz="2200" dirty="0" smtClean="0"/>
              <a:t>Collection</a:t>
            </a:r>
            <a:endParaRPr lang="en-US" sz="2200" dirty="0"/>
          </a:p>
        </p:txBody>
      </p:sp>
      <p:sp>
        <p:nvSpPr>
          <p:cNvPr id="15" name="Folded Corner 14"/>
          <p:cNvSpPr/>
          <p:nvPr/>
        </p:nvSpPr>
        <p:spPr>
          <a:xfrm>
            <a:off x="4674387" y="3382771"/>
            <a:ext cx="2792428" cy="3200400"/>
          </a:xfrm>
          <a:prstGeom prst="foldedCorner">
            <a:avLst>
              <a:gd name="adj" fmla="val 782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200" dirty="0" smtClean="0"/>
              <a:t>map()</a:t>
            </a:r>
          </a:p>
          <a:p>
            <a:r>
              <a:rPr lang="en-US" sz="2200" dirty="0" smtClean="0"/>
              <a:t>filter()</a:t>
            </a:r>
          </a:p>
          <a:p>
            <a:r>
              <a:rPr lang="en-US" sz="2200" dirty="0" smtClean="0"/>
              <a:t>sorted()</a:t>
            </a:r>
          </a:p>
          <a:p>
            <a:r>
              <a:rPr lang="en-US" sz="2200" dirty="0" smtClean="0"/>
              <a:t>peek()</a:t>
            </a:r>
          </a:p>
          <a:p>
            <a:r>
              <a:rPr lang="en-US" sz="2200" dirty="0" err="1" smtClean="0"/>
              <a:t>mapToDouble</a:t>
            </a:r>
            <a:r>
              <a:rPr lang="en-US" sz="2200" dirty="0" smtClean="0"/>
              <a:t>()</a:t>
            </a:r>
          </a:p>
          <a:p>
            <a:r>
              <a:rPr lang="en-US" sz="2200" dirty="0" err="1"/>
              <a:t>mapToInt</a:t>
            </a:r>
            <a:r>
              <a:rPr lang="en-US" sz="2200" dirty="0"/>
              <a:t>()</a:t>
            </a:r>
          </a:p>
          <a:p>
            <a:r>
              <a:rPr lang="en-US" sz="2200" dirty="0" err="1" smtClean="0"/>
              <a:t>mapToLong</a:t>
            </a:r>
            <a:r>
              <a:rPr lang="en-US" sz="2200" dirty="0" smtClean="0"/>
              <a:t>()</a:t>
            </a:r>
            <a:endParaRPr lang="en-US" sz="2200" dirty="0"/>
          </a:p>
          <a:p>
            <a:r>
              <a:rPr lang="en-US" sz="2200" dirty="0" smtClean="0"/>
              <a:t>limit()</a:t>
            </a:r>
          </a:p>
          <a:p>
            <a:r>
              <a:rPr lang="en-US" sz="2200" dirty="0" smtClean="0"/>
              <a:t>distinct()</a:t>
            </a:r>
            <a:endParaRPr lang="en-US" sz="2200" dirty="0"/>
          </a:p>
        </p:txBody>
      </p:sp>
      <p:sp>
        <p:nvSpPr>
          <p:cNvPr id="17" name="Folded Corner 16"/>
          <p:cNvSpPr/>
          <p:nvPr/>
        </p:nvSpPr>
        <p:spPr>
          <a:xfrm>
            <a:off x="9352763" y="2819400"/>
            <a:ext cx="2227459" cy="3886200"/>
          </a:xfrm>
          <a:prstGeom prst="foldedCorner">
            <a:avLst>
              <a:gd name="adj" fmla="val 797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200" dirty="0" err="1" smtClean="0"/>
              <a:t>forEach</a:t>
            </a:r>
            <a:r>
              <a:rPr lang="en-US" sz="2200" dirty="0" smtClean="0"/>
              <a:t>()</a:t>
            </a:r>
          </a:p>
          <a:p>
            <a:r>
              <a:rPr lang="en-US" sz="2200" dirty="0" smtClean="0"/>
              <a:t>collect()</a:t>
            </a:r>
          </a:p>
          <a:p>
            <a:r>
              <a:rPr lang="en-US" sz="2200" dirty="0" smtClean="0"/>
              <a:t>reduce()</a:t>
            </a:r>
          </a:p>
          <a:p>
            <a:r>
              <a:rPr lang="en-US" sz="2200" dirty="0" smtClean="0"/>
              <a:t>sum()</a:t>
            </a:r>
          </a:p>
          <a:p>
            <a:r>
              <a:rPr lang="en-US" sz="2200" dirty="0" smtClean="0"/>
              <a:t>count()</a:t>
            </a:r>
          </a:p>
          <a:p>
            <a:r>
              <a:rPr lang="en-US" sz="2200" dirty="0" smtClean="0"/>
              <a:t>min()</a:t>
            </a:r>
          </a:p>
          <a:p>
            <a:r>
              <a:rPr lang="en-US" sz="2200" dirty="0" smtClean="0"/>
              <a:t>max()</a:t>
            </a:r>
          </a:p>
          <a:p>
            <a:r>
              <a:rPr lang="en-US" sz="2200" dirty="0" smtClean="0"/>
              <a:t>average()</a:t>
            </a:r>
          </a:p>
          <a:p>
            <a:r>
              <a:rPr lang="en-US" sz="2200" dirty="0" err="1" smtClean="0"/>
              <a:t>allMatch</a:t>
            </a:r>
            <a:r>
              <a:rPr lang="en-US" sz="2200" dirty="0" smtClean="0"/>
              <a:t>()</a:t>
            </a:r>
          </a:p>
          <a:p>
            <a:r>
              <a:rPr lang="en-US" sz="2200" dirty="0" err="1" smtClean="0"/>
              <a:t>anyMatch</a:t>
            </a:r>
            <a:r>
              <a:rPr lang="en-US" sz="2200" dirty="0"/>
              <a:t>()</a:t>
            </a:r>
          </a:p>
          <a:p>
            <a:r>
              <a:rPr lang="en-US" sz="2200" dirty="0" err="1" smtClean="0"/>
              <a:t>noneMatch</a:t>
            </a:r>
            <a:r>
              <a:rPr lang="en-US" sz="2200" dirty="0"/>
              <a:t>()</a:t>
            </a:r>
          </a:p>
          <a:p>
            <a:endParaRPr lang="en-US" sz="2200" dirty="0"/>
          </a:p>
        </p:txBody>
      </p:sp>
      <p:cxnSp>
        <p:nvCxnSpPr>
          <p:cNvPr id="22" name="Elbow Connector 21"/>
          <p:cNvCxnSpPr>
            <a:stCxn id="7" idx="2"/>
            <a:endCxn id="17" idx="0"/>
          </p:cNvCxnSpPr>
          <p:nvPr/>
        </p:nvCxnSpPr>
        <p:spPr>
          <a:xfrm rot="5400000">
            <a:off x="10314094" y="2667000"/>
            <a:ext cx="304800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Arrow 30"/>
          <p:cNvSpPr/>
          <p:nvPr/>
        </p:nvSpPr>
        <p:spPr>
          <a:xfrm>
            <a:off x="609600" y="1066800"/>
            <a:ext cx="2143518" cy="878766"/>
          </a:xfrm>
          <a:prstGeom prst="rightArrow">
            <a:avLst>
              <a:gd name="adj1" fmla="val 50000"/>
              <a:gd name="adj2" fmla="val 26216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Stream&lt;X&gt;</a:t>
            </a:r>
            <a:endParaRPr lang="en-US" sz="2400" dirty="0"/>
          </a:p>
        </p:txBody>
      </p:sp>
      <p:sp>
        <p:nvSpPr>
          <p:cNvPr id="32" name="Right Arrow 31"/>
          <p:cNvSpPr/>
          <p:nvPr/>
        </p:nvSpPr>
        <p:spPr>
          <a:xfrm>
            <a:off x="3733800" y="1066800"/>
            <a:ext cx="1955798" cy="878766"/>
          </a:xfrm>
          <a:prstGeom prst="rightArrow">
            <a:avLst>
              <a:gd name="adj1" fmla="val 50000"/>
              <a:gd name="adj2" fmla="val 2175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Stream&lt;Y&gt;</a:t>
            </a:r>
            <a:endParaRPr lang="en-US" sz="2400" dirty="0"/>
          </a:p>
        </p:txBody>
      </p:sp>
      <p:sp>
        <p:nvSpPr>
          <p:cNvPr id="33" name="Right Arrow 32"/>
          <p:cNvSpPr/>
          <p:nvPr/>
        </p:nvSpPr>
        <p:spPr>
          <a:xfrm>
            <a:off x="6467082" y="1066800"/>
            <a:ext cx="1955798" cy="878766"/>
          </a:xfrm>
          <a:prstGeom prst="rightArrow">
            <a:avLst>
              <a:gd name="adj1" fmla="val 50000"/>
              <a:gd name="adj2" fmla="val 26216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Stream&lt;Z&gt;</a:t>
            </a:r>
            <a:endParaRPr lang="en-US" sz="2400" dirty="0"/>
          </a:p>
        </p:txBody>
      </p:sp>
      <p:sp>
        <p:nvSpPr>
          <p:cNvPr id="34" name="Right Arrow 33"/>
          <p:cNvSpPr/>
          <p:nvPr/>
        </p:nvSpPr>
        <p:spPr>
          <a:xfrm>
            <a:off x="9365949" y="1066800"/>
            <a:ext cx="2214274" cy="878766"/>
          </a:xfrm>
          <a:prstGeom prst="rightArrow">
            <a:avLst>
              <a:gd name="adj1" fmla="val 50000"/>
              <a:gd name="adj2" fmla="val 2175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Return</a:t>
            </a:r>
            <a:endParaRPr lang="en-US" sz="2400" dirty="0"/>
          </a:p>
        </p:txBody>
      </p:sp>
      <p:cxnSp>
        <p:nvCxnSpPr>
          <p:cNvPr id="53" name="Straight Arrow Connector 52"/>
          <p:cNvCxnSpPr>
            <a:stCxn id="4" idx="2"/>
            <a:endCxn id="14" idx="0"/>
          </p:cNvCxnSpPr>
          <p:nvPr/>
        </p:nvCxnSpPr>
        <p:spPr>
          <a:xfrm>
            <a:off x="1681359" y="2514600"/>
            <a:ext cx="0" cy="30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620940" y="2611092"/>
            <a:ext cx="29993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 smtClean="0">
                <a:solidFill>
                  <a:schemeClr val="bg1">
                    <a:lumMod val="50000"/>
                  </a:schemeClr>
                </a:solidFill>
              </a:rPr>
              <a:t>Intermidiate</a:t>
            </a:r>
            <a:r>
              <a:rPr lang="en-US" sz="2200" b="1" dirty="0" smtClean="0">
                <a:solidFill>
                  <a:schemeClr val="bg1">
                    <a:lumMod val="50000"/>
                  </a:schemeClr>
                </a:solidFill>
              </a:rPr>
              <a:t> Operations</a:t>
            </a:r>
            <a:endParaRPr lang="en-US" sz="2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0" name="Straight Arrow Connector 59"/>
          <p:cNvCxnSpPr>
            <a:stCxn id="57" idx="2"/>
            <a:endCxn id="15" idx="0"/>
          </p:cNvCxnSpPr>
          <p:nvPr/>
        </p:nvCxnSpPr>
        <p:spPr>
          <a:xfrm>
            <a:off x="6070601" y="3048000"/>
            <a:ext cx="0" cy="334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4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4" grpId="0" animBg="1"/>
      <p:bldP spid="5" grpId="0" animBg="1"/>
      <p:bldP spid="6" grpId="0" animBg="1"/>
      <p:bldP spid="7" grpId="0" animBg="1"/>
      <p:bldP spid="14" grpId="0" animBg="1"/>
      <p:bldP spid="15" grpId="0" animBg="1"/>
      <p:bldP spid="17" grpId="0" animBg="1"/>
      <p:bldP spid="31" grpId="0" animBg="1"/>
      <p:bldP spid="32" grpId="0" animBg="1"/>
      <p:bldP spid="33" grpId="0" animBg="1"/>
      <p:bldP spid="34" grpId="0" animBg="1"/>
      <p:bldP spid="5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Processing </a:t>
            </a:r>
            <a:r>
              <a:rPr lang="en-US" dirty="0" smtClean="0"/>
              <a:t>Operations Example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11049000" cy="57912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2667000" y="2525485"/>
            <a:ext cx="304800" cy="3048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667000" y="3211285"/>
            <a:ext cx="304800" cy="3048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667000" y="3897085"/>
            <a:ext cx="304800" cy="3048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667000" y="4582885"/>
            <a:ext cx="304800" cy="3048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667000" y="5268685"/>
            <a:ext cx="304800" cy="3048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Elbow Connector 26"/>
          <p:cNvCxnSpPr>
            <a:stCxn id="37" idx="3"/>
            <a:endCxn id="17" idx="2"/>
          </p:cNvCxnSpPr>
          <p:nvPr/>
        </p:nvCxnSpPr>
        <p:spPr>
          <a:xfrm flipH="1">
            <a:off x="2667000" y="2080621"/>
            <a:ext cx="5905500" cy="597264"/>
          </a:xfrm>
          <a:prstGeom prst="bentConnector5">
            <a:avLst>
              <a:gd name="adj1" fmla="val -3871"/>
              <a:gd name="adj2" fmla="val 67193"/>
              <a:gd name="adj3" fmla="val 103871"/>
            </a:avLst>
          </a:prstGeom>
          <a:ln w="3175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38" idx="3"/>
            <a:endCxn id="19" idx="2"/>
          </p:cNvCxnSpPr>
          <p:nvPr/>
        </p:nvCxnSpPr>
        <p:spPr>
          <a:xfrm flipH="1">
            <a:off x="2667000" y="2766421"/>
            <a:ext cx="7374527" cy="597264"/>
          </a:xfrm>
          <a:prstGeom prst="bentConnector5">
            <a:avLst>
              <a:gd name="adj1" fmla="val -3100"/>
              <a:gd name="adj2" fmla="val 67193"/>
              <a:gd name="adj3" fmla="val 103100"/>
            </a:avLst>
          </a:prstGeom>
          <a:ln w="3175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39" idx="3"/>
            <a:endCxn id="21" idx="2"/>
          </p:cNvCxnSpPr>
          <p:nvPr/>
        </p:nvCxnSpPr>
        <p:spPr>
          <a:xfrm flipH="1">
            <a:off x="2667000" y="3481979"/>
            <a:ext cx="8610600" cy="567506"/>
          </a:xfrm>
          <a:prstGeom prst="bentConnector5">
            <a:avLst>
              <a:gd name="adj1" fmla="val -2655"/>
              <a:gd name="adj2" fmla="val 68095"/>
              <a:gd name="adj3" fmla="val 102655"/>
            </a:avLst>
          </a:prstGeom>
          <a:ln w="3175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40" idx="3"/>
            <a:endCxn id="23" idx="2"/>
          </p:cNvCxnSpPr>
          <p:nvPr/>
        </p:nvCxnSpPr>
        <p:spPr>
          <a:xfrm flipH="1">
            <a:off x="2667000" y="4214221"/>
            <a:ext cx="8110946" cy="521064"/>
          </a:xfrm>
          <a:prstGeom prst="bentConnector5">
            <a:avLst>
              <a:gd name="adj1" fmla="val -2818"/>
              <a:gd name="adj2" fmla="val 69708"/>
              <a:gd name="adj3" fmla="val 102818"/>
            </a:avLst>
          </a:prstGeom>
          <a:ln w="3175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41" idx="3"/>
            <a:endCxn id="25" idx="2"/>
          </p:cNvCxnSpPr>
          <p:nvPr/>
        </p:nvCxnSpPr>
        <p:spPr>
          <a:xfrm flipH="1">
            <a:off x="2667000" y="4900021"/>
            <a:ext cx="7620000" cy="521064"/>
          </a:xfrm>
          <a:prstGeom prst="bentConnector5">
            <a:avLst>
              <a:gd name="adj1" fmla="val -3000"/>
              <a:gd name="adj2" fmla="val 69708"/>
              <a:gd name="adj3" fmla="val 103000"/>
            </a:avLst>
          </a:prstGeom>
          <a:ln w="3175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ight Arrow 36"/>
          <p:cNvSpPr/>
          <p:nvPr/>
        </p:nvSpPr>
        <p:spPr>
          <a:xfrm>
            <a:off x="6019800" y="1722842"/>
            <a:ext cx="2552700" cy="715558"/>
          </a:xfrm>
          <a:prstGeom prst="rightArrow">
            <a:avLst>
              <a:gd name="adj1" fmla="val 50000"/>
              <a:gd name="adj2" fmla="val 26268"/>
            </a:avLst>
          </a:prstGeom>
          <a:ln w="3175">
            <a:solidFill>
              <a:srgbClr val="0070C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Stream&lt;Integer</a:t>
            </a:r>
            <a:r>
              <a:rPr lang="en-US" sz="2400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  <a:endParaRPr lang="en-US" sz="2400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Right Arrow 37"/>
          <p:cNvSpPr/>
          <p:nvPr/>
        </p:nvSpPr>
        <p:spPr>
          <a:xfrm>
            <a:off x="7488827" y="2408642"/>
            <a:ext cx="2552700" cy="715558"/>
          </a:xfrm>
          <a:prstGeom prst="rightArrow">
            <a:avLst>
              <a:gd name="adj1" fmla="val 50000"/>
              <a:gd name="adj2" fmla="val 26268"/>
            </a:avLst>
          </a:prstGeom>
          <a:ln w="3175">
            <a:solidFill>
              <a:srgbClr val="0070C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Stream&lt;Integer</a:t>
            </a:r>
            <a:r>
              <a:rPr lang="en-US" sz="2400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  <a:endParaRPr lang="en-US" sz="2400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8724900" y="3124200"/>
            <a:ext cx="2552700" cy="715558"/>
          </a:xfrm>
          <a:prstGeom prst="rightArrow">
            <a:avLst>
              <a:gd name="adj1" fmla="val 50000"/>
              <a:gd name="adj2" fmla="val 26268"/>
            </a:avLst>
          </a:prstGeom>
          <a:ln w="3175">
            <a:solidFill>
              <a:srgbClr val="0070C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Stream&lt;Integer</a:t>
            </a:r>
            <a:r>
              <a:rPr lang="en-US" sz="2400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  <a:endParaRPr lang="en-US" sz="2400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Right Arrow 39"/>
          <p:cNvSpPr/>
          <p:nvPr/>
        </p:nvSpPr>
        <p:spPr>
          <a:xfrm>
            <a:off x="8225246" y="3856442"/>
            <a:ext cx="2552700" cy="715558"/>
          </a:xfrm>
          <a:prstGeom prst="rightArrow">
            <a:avLst>
              <a:gd name="adj1" fmla="val 50000"/>
              <a:gd name="adj2" fmla="val 26268"/>
            </a:avLst>
          </a:prstGeom>
          <a:ln w="3175">
            <a:solidFill>
              <a:srgbClr val="0070C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Stream&lt;Double&gt;</a:t>
            </a:r>
            <a:endParaRPr lang="en-US" sz="2400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Right Arrow 40"/>
          <p:cNvSpPr/>
          <p:nvPr/>
        </p:nvSpPr>
        <p:spPr>
          <a:xfrm>
            <a:off x="7734300" y="4542242"/>
            <a:ext cx="2552700" cy="715558"/>
          </a:xfrm>
          <a:prstGeom prst="rightArrow">
            <a:avLst>
              <a:gd name="adj1" fmla="val 50000"/>
              <a:gd name="adj2" fmla="val 26268"/>
            </a:avLst>
          </a:prstGeom>
          <a:ln w="3175">
            <a:solidFill>
              <a:srgbClr val="0070C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DoubleStream</a:t>
            </a:r>
            <a:endParaRPr lang="en-US" sz="2400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 rot="16200000">
            <a:off x="379843" y="3428732"/>
            <a:ext cx="25826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cap="small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Intermidiate</a:t>
            </a:r>
            <a:endParaRPr lang="en-US" sz="3200" b="1" cap="small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cap="small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Operations</a:t>
            </a:r>
            <a:endParaRPr lang="en-US" sz="3200" b="1" cap="small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>
            <a:off x="2201685" y="2774130"/>
            <a:ext cx="1" cy="23864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75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Stream&lt;T&gt;.</a:t>
            </a:r>
            <a:r>
              <a:rPr lang="en-US" dirty="0" err="1" smtClean="0"/>
              <a:t>forEach</a:t>
            </a:r>
            <a:r>
              <a:rPr lang="en-US" dirty="0" smtClean="0"/>
              <a:t>(</a:t>
            </a:r>
            <a:r>
              <a:rPr lang="en-US" dirty="0"/>
              <a:t>T</a:t>
            </a:r>
            <a:r>
              <a:rPr lang="en-US" dirty="0" smtClean="0"/>
              <a:t> -&gt; {…})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1066800"/>
          </a:xfrm>
        </p:spPr>
        <p:txBody>
          <a:bodyPr/>
          <a:lstStyle/>
          <a:p>
            <a:r>
              <a:rPr lang="en-US" dirty="0" smtClean="0"/>
              <a:t>Stream&lt;T&gt;.</a:t>
            </a:r>
            <a:r>
              <a:rPr lang="en-US" b="1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forEach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FF0000"/>
                </a:solidFill>
              </a:rPr>
              <a:t>item -&gt; {…}</a:t>
            </a:r>
            <a:r>
              <a:rPr lang="en-US" dirty="0" smtClean="0"/>
              <a:t>)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Stream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1" y="2418806"/>
            <a:ext cx="10277475" cy="904875"/>
          </a:xfrm>
          <a:prstGeom prst="rect">
            <a:avLst/>
          </a:prstGeom>
          <a:ln>
            <a:solidFill>
              <a:srgbClr val="FF33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009481"/>
            <a:ext cx="10277475" cy="2295525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  <p:extLst>
      <p:ext uri="{BB962C8B-B14F-4D97-AF65-F5344CB8AC3E}">
        <p14:creationId xmlns:p14="http://schemas.microsoft.com/office/powerpoint/2010/main" val="60831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Stream&lt;T&gt;.filter(T -&gt; boolean)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638800"/>
          </a:xfrm>
        </p:spPr>
        <p:txBody>
          <a:bodyPr/>
          <a:lstStyle/>
          <a:p>
            <a:r>
              <a:rPr lang="en-US" dirty="0" smtClean="0"/>
              <a:t>Stream&lt;T&gt;.</a:t>
            </a:r>
            <a:r>
              <a:rPr lang="en-US" b="1" i="1" dirty="0" smtClean="0"/>
              <a:t>filter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FF0000"/>
                </a:solidFill>
              </a:rPr>
              <a:t>a -&gt; </a:t>
            </a:r>
            <a:r>
              <a:rPr lang="en-US" b="1" dirty="0" err="1" smtClean="0">
                <a:solidFill>
                  <a:srgbClr val="FF0000"/>
                </a:solidFill>
              </a:rPr>
              <a:t>boolean</a:t>
            </a:r>
            <a:r>
              <a:rPr lang="en-US" dirty="0" smtClean="0"/>
              <a:t>)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thỏa</a:t>
            </a:r>
            <a:r>
              <a:rPr lang="en-US" dirty="0" smtClean="0"/>
              <a:t> </a:t>
            </a:r>
            <a:r>
              <a:rPr lang="en-US" dirty="0" err="1" smtClean="0"/>
              <a:t>mãn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khiện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Stream&lt;T&gt;.</a:t>
            </a:r>
            <a:r>
              <a:rPr lang="en-US" b="1" i="1" dirty="0" smtClean="0"/>
              <a:t>collect(</a:t>
            </a:r>
            <a:r>
              <a:rPr lang="en-US" b="1" i="1" dirty="0" smtClean="0">
                <a:solidFill>
                  <a:srgbClr val="0000FF"/>
                </a:solidFill>
              </a:rPr>
              <a:t>Collector</a:t>
            </a:r>
            <a:r>
              <a:rPr lang="en-US" b="1" i="1" dirty="0" smtClean="0"/>
              <a:t>)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thập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phẩn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Stream.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09800"/>
            <a:ext cx="9286875" cy="1257300"/>
          </a:xfrm>
          <a:prstGeom prst="rect">
            <a:avLst/>
          </a:prstGeom>
          <a:ln>
            <a:solidFill>
              <a:srgbClr val="FF33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771900"/>
            <a:ext cx="9286875" cy="1685925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  <p:extLst>
      <p:ext uri="{BB962C8B-B14F-4D97-AF65-F5344CB8AC3E}">
        <p14:creationId xmlns:p14="http://schemas.microsoft.com/office/powerpoint/2010/main" val="165529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Stream&lt;T&gt;.map(T -&gt; 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Stream&lt;T&gt;.</a:t>
            </a:r>
            <a:r>
              <a:rPr lang="en-US" b="1" dirty="0"/>
              <a:t>map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T -&gt; R</a:t>
            </a:r>
            <a:r>
              <a:rPr lang="en-US" dirty="0" smtClean="0"/>
              <a:t>)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(T)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(R)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09800"/>
            <a:ext cx="7162800" cy="1628775"/>
          </a:xfrm>
          <a:prstGeom prst="rect">
            <a:avLst/>
          </a:prstGeom>
          <a:ln>
            <a:solidFill>
              <a:srgbClr val="FF33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154261"/>
            <a:ext cx="7162800" cy="2028825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  <p:extLst>
      <p:ext uri="{BB962C8B-B14F-4D97-AF65-F5344CB8AC3E}">
        <p14:creationId xmlns:p14="http://schemas.microsoft.com/office/powerpoint/2010/main" val="364774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Stream&lt;T&gt;.</a:t>
            </a:r>
            <a:r>
              <a:rPr lang="en-US" dirty="0" smtClean="0"/>
              <a:t>reduce(T, (T, </a:t>
            </a:r>
            <a:r>
              <a:rPr lang="en-US" dirty="0"/>
              <a:t>T) -&gt; </a:t>
            </a:r>
            <a:r>
              <a:rPr lang="en-US" dirty="0" smtClean="0"/>
              <a:t>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1114425"/>
          </a:xfrm>
        </p:spPr>
        <p:txBody>
          <a:bodyPr/>
          <a:lstStyle/>
          <a:p>
            <a:r>
              <a:rPr lang="en-US" dirty="0" smtClean="0"/>
              <a:t>Stream&lt;T&gt;.</a:t>
            </a:r>
            <a:r>
              <a:rPr lang="en-US" b="1" dirty="0" smtClean="0"/>
              <a:t>reduce</a:t>
            </a:r>
            <a:r>
              <a:rPr lang="en-US" dirty="0" smtClean="0"/>
              <a:t>(initial, </a:t>
            </a:r>
            <a:r>
              <a:rPr lang="en-US" b="1" dirty="0" smtClean="0">
                <a:solidFill>
                  <a:srgbClr val="FF0000"/>
                </a:solidFill>
              </a:rPr>
              <a:t>(temp, item) -&gt; </a:t>
            </a:r>
            <a:r>
              <a:rPr lang="en-US" b="1" dirty="0" err="1" smtClean="0">
                <a:solidFill>
                  <a:srgbClr val="FF0000"/>
                </a:solidFill>
              </a:rPr>
              <a:t>newTemp</a:t>
            </a:r>
            <a:r>
              <a:rPr lang="en-US" dirty="0" smtClean="0"/>
              <a:t>)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lũy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Stream.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81225"/>
            <a:ext cx="8953500" cy="1552575"/>
          </a:xfrm>
          <a:prstGeom prst="rect">
            <a:avLst/>
          </a:prstGeom>
          <a:ln>
            <a:solidFill>
              <a:srgbClr val="FF33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962400"/>
            <a:ext cx="8953500" cy="2695575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  <p:extLst>
      <p:ext uri="{BB962C8B-B14F-4D97-AF65-F5344CB8AC3E}">
        <p14:creationId xmlns:p14="http://schemas.microsoft.com/office/powerpoint/2010/main" val="260003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Stream&lt;T&gt;.&lt;x&gt;Match(T -&gt; boolean)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1504950"/>
          </a:xfrm>
        </p:spPr>
        <p:txBody>
          <a:bodyPr/>
          <a:lstStyle/>
          <a:p>
            <a:r>
              <a:rPr lang="en-US" b="1" dirty="0" err="1" smtClean="0"/>
              <a:t>allMatch</a:t>
            </a:r>
            <a:r>
              <a:rPr lang="en-US" dirty="0" smtClean="0"/>
              <a:t>(), </a:t>
            </a:r>
            <a:r>
              <a:rPr lang="en-US" b="1" dirty="0" err="1" smtClean="0"/>
              <a:t>anyMatch</a:t>
            </a:r>
            <a:r>
              <a:rPr lang="en-US" dirty="0" smtClean="0"/>
              <a:t>()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b="1" dirty="0" err="1" smtClean="0"/>
              <a:t>noneMatch</a:t>
            </a:r>
            <a:r>
              <a:rPr lang="en-US" dirty="0" smtClean="0"/>
              <a:t>()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Stream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thỏa</a:t>
            </a:r>
            <a:r>
              <a:rPr lang="en-US" dirty="0" smtClean="0"/>
              <a:t> </a:t>
            </a:r>
            <a:r>
              <a:rPr lang="en-US" dirty="0" err="1" smtClean="0"/>
              <a:t>mãn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hay </a:t>
            </a:r>
            <a:r>
              <a:rPr lang="en-US" dirty="0" err="1" smtClean="0"/>
              <a:t>không</a:t>
            </a:r>
            <a:r>
              <a:rPr lang="en-US" dirty="0" smtClean="0"/>
              <a:t>?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7139"/>
            <a:ext cx="9320213" cy="34144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12778" y="3176452"/>
            <a:ext cx="45717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50</a:t>
            </a:r>
            <a:endParaRPr lang="en-US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02189" y="4420473"/>
            <a:ext cx="45717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50</a:t>
            </a:r>
            <a:endParaRPr lang="en-US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9794" y="5662644"/>
            <a:ext cx="45717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50</a:t>
            </a:r>
            <a:endParaRPr lang="en-US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85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Aggrigation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1"/>
            <a:ext cx="10972800" cy="2743200"/>
          </a:xfrm>
        </p:spPr>
        <p:txBody>
          <a:bodyPr/>
          <a:lstStyle/>
          <a:p>
            <a:r>
              <a:rPr lang="en-US" dirty="0" err="1" smtClean="0"/>
              <a:t>Ngoại</a:t>
            </a:r>
            <a:r>
              <a:rPr lang="en-US" dirty="0" smtClean="0"/>
              <a:t> </a:t>
            </a:r>
            <a:r>
              <a:rPr lang="en-US" dirty="0" err="1" smtClean="0"/>
              <a:t>trừ</a:t>
            </a:r>
            <a:r>
              <a:rPr lang="en-US" dirty="0" smtClean="0"/>
              <a:t> </a:t>
            </a:r>
            <a:r>
              <a:rPr lang="en-US" b="1" dirty="0" smtClean="0"/>
              <a:t>count</a:t>
            </a:r>
            <a:r>
              <a:rPr lang="en-US" dirty="0" smtClean="0"/>
              <a:t>()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b="1" dirty="0"/>
              <a:t>sum</a:t>
            </a:r>
            <a:r>
              <a:rPr lang="en-US" dirty="0" smtClean="0"/>
              <a:t>(), </a:t>
            </a:r>
            <a:r>
              <a:rPr lang="en-US" b="1" dirty="0"/>
              <a:t>min</a:t>
            </a:r>
            <a:r>
              <a:rPr lang="en-US" dirty="0" smtClean="0"/>
              <a:t>(), </a:t>
            </a:r>
            <a:r>
              <a:rPr lang="en-US" b="1" dirty="0"/>
              <a:t>max</a:t>
            </a:r>
            <a:r>
              <a:rPr lang="en-US" dirty="0" smtClean="0"/>
              <a:t>(), </a:t>
            </a:r>
            <a:r>
              <a:rPr lang="en-US" b="1" dirty="0"/>
              <a:t>average</a:t>
            </a:r>
            <a:r>
              <a:rPr lang="en-US" dirty="0" smtClean="0"/>
              <a:t>()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.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vậy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sang </a:t>
            </a:r>
            <a:r>
              <a:rPr lang="en-US" b="1" dirty="0" smtClean="0"/>
              <a:t>&lt;</a:t>
            </a:r>
            <a:r>
              <a:rPr lang="en-US" b="1" i="1" dirty="0" smtClean="0"/>
              <a:t>Number&gt;</a:t>
            </a:r>
            <a:r>
              <a:rPr lang="en-US" dirty="0" smtClean="0"/>
              <a:t>Stream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Stream&lt;T&gt;.</a:t>
            </a:r>
            <a:r>
              <a:rPr lang="en-US" b="1" dirty="0" err="1" smtClean="0"/>
              <a:t>mapToDouble</a:t>
            </a:r>
            <a:r>
              <a:rPr lang="en-US" dirty="0" smtClean="0"/>
              <a:t>(): </a:t>
            </a:r>
            <a:r>
              <a:rPr lang="en-US" dirty="0" err="1" smtClean="0"/>
              <a:t>DoubleStream</a:t>
            </a:r>
            <a:endParaRPr lang="en-US" dirty="0" smtClean="0"/>
          </a:p>
          <a:p>
            <a:pPr lvl="1"/>
            <a:r>
              <a:rPr lang="en-US" dirty="0"/>
              <a:t>Stream&lt;T&gt;.</a:t>
            </a:r>
            <a:r>
              <a:rPr lang="en-US" b="1" dirty="0" err="1"/>
              <a:t>mapToInt</a:t>
            </a:r>
            <a:r>
              <a:rPr lang="en-US" dirty="0" smtClean="0"/>
              <a:t>(): </a:t>
            </a:r>
            <a:r>
              <a:rPr lang="en-US" dirty="0" err="1" smtClean="0"/>
              <a:t>IntegerStream</a:t>
            </a:r>
            <a:endParaRPr lang="en-US" dirty="0"/>
          </a:p>
          <a:p>
            <a:pPr lvl="1"/>
            <a:r>
              <a:rPr lang="en-US" dirty="0"/>
              <a:t>Stream&lt;T&gt;.</a:t>
            </a:r>
            <a:r>
              <a:rPr lang="en-US" b="1" dirty="0" err="1"/>
              <a:t>mapToLong</a:t>
            </a:r>
            <a:r>
              <a:rPr lang="en-US" dirty="0" smtClean="0"/>
              <a:t>(): </a:t>
            </a:r>
            <a:r>
              <a:rPr lang="en-US" dirty="0" err="1" smtClean="0"/>
              <a:t>LongStream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933825"/>
            <a:ext cx="737235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21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 Method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1076600"/>
          </a:xfrm>
        </p:spPr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Lambda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chiếu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cú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0"/>
            <a:ext cx="4724400" cy="4133850"/>
          </a:xfrm>
          <a:prstGeom prst="rect">
            <a:avLst/>
          </a:prstGeom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22" y="2286000"/>
            <a:ext cx="5755178" cy="4144587"/>
          </a:xfrm>
          <a:prstGeom prst="rect">
            <a:avLst/>
          </a:prstGeom>
          <a:ln>
            <a:noFill/>
          </a:ln>
        </p:spPr>
      </p:pic>
      <p:sp>
        <p:nvSpPr>
          <p:cNvPr id="6" name="Left-Right Arrow 5"/>
          <p:cNvSpPr/>
          <p:nvPr/>
        </p:nvSpPr>
        <p:spPr>
          <a:xfrm>
            <a:off x="6364778" y="2812186"/>
            <a:ext cx="493222" cy="257381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-Right Arrow 6"/>
          <p:cNvSpPr/>
          <p:nvPr/>
        </p:nvSpPr>
        <p:spPr>
          <a:xfrm>
            <a:off x="6364778" y="4009818"/>
            <a:ext cx="493222" cy="257381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-Right Arrow 7"/>
          <p:cNvSpPr/>
          <p:nvPr/>
        </p:nvSpPr>
        <p:spPr>
          <a:xfrm>
            <a:off x="6364778" y="5719554"/>
            <a:ext cx="493222" cy="257381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98022" y="2286000"/>
            <a:ext cx="10784378" cy="867988"/>
          </a:xfrm>
          <a:prstGeom prst="rect">
            <a:avLst/>
          </a:prstGeom>
          <a:noFill/>
          <a:ln w="31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8022" y="3496310"/>
            <a:ext cx="10784378" cy="1257877"/>
          </a:xfrm>
          <a:prstGeom prst="rect">
            <a:avLst/>
          </a:prstGeom>
          <a:noFill/>
          <a:ln w="31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98022" y="5172710"/>
            <a:ext cx="10784378" cy="1257877"/>
          </a:xfrm>
          <a:prstGeom prst="rect">
            <a:avLst/>
          </a:prstGeom>
          <a:noFill/>
          <a:ln w="31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5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221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16658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JSON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84204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JSON?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791200"/>
          </a:xfrm>
        </p:spPr>
        <p:txBody>
          <a:bodyPr>
            <a:normAutofit/>
          </a:bodyPr>
          <a:lstStyle/>
          <a:p>
            <a:pPr lvl="0"/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JavaScript Object Notation (JSON) is a </a:t>
            </a:r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standard text-based format for representing structured data based on JavaScript object syntax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. It is commonly used for transmitting data in web applications.</a:t>
            </a:r>
            <a:endParaRPr lang="en-US" altLang="en-US" i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vi-V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JSON là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chuẩn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tả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cú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pháp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đối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tượng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JavaScript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nhằm</a:t>
            </a:r>
            <a:r>
              <a:rPr lang="vi-V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lưu trữ và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trao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giữa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ứng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0"/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Cú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pháp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(key=value):</a:t>
            </a:r>
          </a:p>
          <a:p>
            <a:pPr lvl="1"/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Key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chuỗi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(“)</a:t>
            </a:r>
          </a:p>
          <a:p>
            <a:pPr lvl="1"/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Value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endParaRPr lang="en-US" alt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Chuỗi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(string)</a:t>
            </a:r>
          </a:p>
          <a:p>
            <a:pPr lvl="2"/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(number)</a:t>
            </a:r>
          </a:p>
          <a:p>
            <a:pPr lvl="2"/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Boolean</a:t>
            </a:r>
          </a:p>
          <a:p>
            <a:pPr lvl="2"/>
            <a:r>
              <a:rPr lang="en-US" alt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Mảng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(array)</a:t>
            </a:r>
          </a:p>
          <a:p>
            <a:pPr lvl="2"/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JSON (object)</a:t>
            </a:r>
          </a:p>
        </p:txBody>
      </p:sp>
      <p:sp>
        <p:nvSpPr>
          <p:cNvPr id="4" name="Folded Corner 3"/>
          <p:cNvSpPr/>
          <p:nvPr/>
        </p:nvSpPr>
        <p:spPr>
          <a:xfrm>
            <a:off x="7010400" y="3048000"/>
            <a:ext cx="4572000" cy="3505200"/>
          </a:xfrm>
          <a:prstGeom prst="foldedCorner">
            <a:avLst>
              <a:gd name="adj" fmla="val 5346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169920"/>
            <a:ext cx="43148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1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JSON in JavaScript?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1352550"/>
            <a:ext cx="4943475" cy="13049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3201625"/>
            <a:ext cx="4943475" cy="13239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25" y="5105400"/>
            <a:ext cx="4943475" cy="9906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9" name="Elbow Connector 8"/>
          <p:cNvCxnSpPr>
            <a:stCxn id="21" idx="3"/>
            <a:endCxn id="3" idx="1"/>
          </p:cNvCxnSpPr>
          <p:nvPr/>
        </p:nvCxnSpPr>
        <p:spPr>
          <a:xfrm flipV="1">
            <a:off x="6172200" y="2005013"/>
            <a:ext cx="466725" cy="18585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stCxn id="21" idx="3"/>
            <a:endCxn id="5" idx="1"/>
          </p:cNvCxnSpPr>
          <p:nvPr/>
        </p:nvCxnSpPr>
        <p:spPr>
          <a:xfrm>
            <a:off x="6172200" y="3863612"/>
            <a:ext cx="466725" cy="17370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1" idx="3"/>
            <a:endCxn id="4" idx="1"/>
          </p:cNvCxnSpPr>
          <p:nvPr/>
        </p:nvCxnSpPr>
        <p:spPr>
          <a:xfrm>
            <a:off x="6172200" y="3863612"/>
            <a:ext cx="46672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975" y="2257423"/>
            <a:ext cx="4314825" cy="3248025"/>
          </a:xfrm>
          <a:prstGeom prst="rect">
            <a:avLst/>
          </a:prstGeom>
        </p:spPr>
      </p:pic>
      <p:sp>
        <p:nvSpPr>
          <p:cNvPr id="21" name="Folded Corner 20"/>
          <p:cNvSpPr/>
          <p:nvPr/>
        </p:nvSpPr>
        <p:spPr>
          <a:xfrm>
            <a:off x="691911" y="2057400"/>
            <a:ext cx="5480289" cy="3612424"/>
          </a:xfrm>
          <a:prstGeom prst="foldedCorner">
            <a:avLst>
              <a:gd name="adj" fmla="val 5346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1911" y="2195810"/>
            <a:ext cx="1213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v</a:t>
            </a:r>
            <a:r>
              <a:rPr lang="en-US" sz="2400" b="1" dirty="0" err="1" smtClean="0"/>
              <a:t>ar</a:t>
            </a:r>
            <a:r>
              <a:rPr lang="en-US" sz="2400" b="1" dirty="0" smtClean="0"/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sv</a:t>
            </a:r>
            <a:r>
              <a:rPr lang="en-US" sz="2400" b="1" dirty="0" smtClean="0"/>
              <a:t> =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9352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23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23214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Jackson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65008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Jackson?</a:t>
            </a:r>
            <a:endParaRPr lang="en-US" dirty="0"/>
          </a:p>
        </p:txBody>
      </p:sp>
      <p:sp>
        <p:nvSpPr>
          <p:cNvPr id="5" name="Flowchart: Multidocument 4"/>
          <p:cNvSpPr/>
          <p:nvPr/>
        </p:nvSpPr>
        <p:spPr>
          <a:xfrm>
            <a:off x="9601200" y="3276600"/>
            <a:ext cx="1905000" cy="24384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Java Objects</a:t>
            </a:r>
            <a:endParaRPr lang="en-US" sz="2400" dirty="0"/>
          </a:p>
        </p:txBody>
      </p:sp>
      <p:sp>
        <p:nvSpPr>
          <p:cNvPr id="6" name="Double Brace 5"/>
          <p:cNvSpPr/>
          <p:nvPr/>
        </p:nvSpPr>
        <p:spPr>
          <a:xfrm>
            <a:off x="1095538" y="3962400"/>
            <a:ext cx="1419062" cy="1371600"/>
          </a:xfrm>
          <a:prstGeom prst="bracePair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JSON</a:t>
            </a:r>
            <a:endParaRPr lang="en-US" sz="2400" dirty="0"/>
          </a:p>
        </p:txBody>
      </p:sp>
      <p:sp>
        <p:nvSpPr>
          <p:cNvPr id="7" name="Right Arrow 6"/>
          <p:cNvSpPr/>
          <p:nvPr/>
        </p:nvSpPr>
        <p:spPr>
          <a:xfrm>
            <a:off x="2714174" y="3886200"/>
            <a:ext cx="6756399" cy="81076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Read: JSON -&gt; Java Objects</a:t>
            </a:r>
            <a:endParaRPr lang="en-US" sz="2800" dirty="0"/>
          </a:p>
        </p:txBody>
      </p:sp>
      <p:sp>
        <p:nvSpPr>
          <p:cNvPr id="8" name="Right Arrow 7"/>
          <p:cNvSpPr/>
          <p:nvPr/>
        </p:nvSpPr>
        <p:spPr>
          <a:xfrm flipH="1">
            <a:off x="2692401" y="4675632"/>
            <a:ext cx="6756399" cy="81076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Write: Java Object -&gt; JSON</a:t>
            </a:r>
            <a:endParaRPr lang="en-US"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3657600" y="2895600"/>
            <a:ext cx="4953000" cy="3048000"/>
          </a:xfrm>
          <a:prstGeom prst="roundRect">
            <a:avLst>
              <a:gd name="adj" fmla="val 9703"/>
            </a:avLst>
          </a:prstGeom>
          <a:solidFill>
            <a:srgbClr val="9BBB59">
              <a:alpha val="16863"/>
            </a:srgb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458963" y="3200400"/>
            <a:ext cx="132946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cap="small" spc="0" dirty="0" smtClean="0">
                <a:ln/>
                <a:solidFill>
                  <a:schemeClr val="accent3"/>
                </a:solidFill>
                <a:effectLst/>
              </a:rPr>
              <a:t>Jackson</a:t>
            </a:r>
            <a:endParaRPr lang="en-US" sz="2800" b="1" cap="small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3" name="Up-Down Arrow 2"/>
          <p:cNvSpPr/>
          <p:nvPr/>
        </p:nvSpPr>
        <p:spPr>
          <a:xfrm>
            <a:off x="1424069" y="2507468"/>
            <a:ext cx="557131" cy="1216152"/>
          </a:xfrm>
          <a:prstGeom prst="up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ame 9"/>
          <p:cNvSpPr/>
          <p:nvPr/>
        </p:nvSpPr>
        <p:spPr>
          <a:xfrm>
            <a:off x="623969" y="1153180"/>
            <a:ext cx="2362200" cy="1154156"/>
          </a:xfrm>
          <a:prstGeom prst="fram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cap="small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Other Systems</a:t>
            </a:r>
            <a:endParaRPr lang="en-US" sz="2400" b="1" cap="small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41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4" grpId="0" animBg="1"/>
      <p:bldP spid="9" grpId="0"/>
      <p:bldP spid="3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ObjectMapper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562600"/>
          </a:xfrm>
        </p:spPr>
        <p:txBody>
          <a:bodyPr>
            <a:normAutofit/>
          </a:bodyPr>
          <a:lstStyle/>
          <a:p>
            <a:r>
              <a:rPr lang="en-US" dirty="0" smtClean="0"/>
              <a:t>Reading: </a:t>
            </a:r>
            <a:r>
              <a:rPr lang="en-US" b="1" dirty="0" smtClean="0"/>
              <a:t>JSON String -&gt; Java Object</a:t>
            </a:r>
          </a:p>
          <a:p>
            <a:pPr lvl="1"/>
            <a:r>
              <a:rPr lang="en-US" b="1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readTree</a:t>
            </a:r>
            <a:r>
              <a:rPr lang="en-US" dirty="0" smtClean="0"/>
              <a:t>(source): </a:t>
            </a:r>
            <a:r>
              <a:rPr lang="en-US" dirty="0" err="1" smtClean="0"/>
              <a:t>JsonNode</a:t>
            </a:r>
            <a:endParaRPr lang="en-US" dirty="0" smtClean="0"/>
          </a:p>
          <a:p>
            <a:pPr lvl="1"/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readValue</a:t>
            </a:r>
            <a:r>
              <a:rPr lang="en-US" dirty="0" smtClean="0"/>
              <a:t>(source, Class&lt;T&gt;): T</a:t>
            </a:r>
          </a:p>
          <a:p>
            <a:pPr lvl="2"/>
            <a:r>
              <a:rPr lang="en-US" dirty="0" smtClean="0"/>
              <a:t>Source:</a:t>
            </a:r>
          </a:p>
          <a:p>
            <a:pPr lvl="3"/>
            <a:r>
              <a:rPr lang="en-US" dirty="0" smtClean="0"/>
              <a:t>String/byte[]</a:t>
            </a:r>
          </a:p>
          <a:p>
            <a:pPr lvl="3"/>
            <a:r>
              <a:rPr lang="en-US" dirty="0" smtClean="0"/>
              <a:t>Reader/</a:t>
            </a:r>
            <a:r>
              <a:rPr lang="en-US" dirty="0" err="1" smtClean="0"/>
              <a:t>InputStream</a:t>
            </a:r>
            <a:r>
              <a:rPr lang="en-US" dirty="0" smtClean="0"/>
              <a:t>/File/URL</a:t>
            </a:r>
          </a:p>
          <a:p>
            <a:r>
              <a:rPr lang="en-US" dirty="0" smtClean="0"/>
              <a:t>Writing: </a:t>
            </a:r>
            <a:r>
              <a:rPr lang="en-US" b="1" dirty="0" smtClean="0"/>
              <a:t>Java Object -&gt; JSON String</a:t>
            </a:r>
          </a:p>
          <a:p>
            <a:pPr lvl="1"/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writeValueAsBytes</a:t>
            </a:r>
            <a:r>
              <a:rPr lang="en-US" dirty="0" smtClean="0"/>
              <a:t>(Object): byte[]</a:t>
            </a:r>
          </a:p>
          <a:p>
            <a:pPr lvl="1"/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writeValueAsString</a:t>
            </a:r>
            <a:r>
              <a:rPr lang="en-US" dirty="0" smtClean="0"/>
              <a:t>(Object): String</a:t>
            </a:r>
          </a:p>
          <a:p>
            <a:pPr lvl="1"/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writeValue</a:t>
            </a:r>
            <a:r>
              <a:rPr lang="en-US" dirty="0" smtClean="0"/>
              <a:t>(source, Object)</a:t>
            </a:r>
          </a:p>
          <a:p>
            <a:pPr lvl="2"/>
            <a:r>
              <a:rPr lang="en-US" dirty="0" smtClean="0"/>
              <a:t>Source</a:t>
            </a:r>
          </a:p>
          <a:p>
            <a:pPr lvl="3"/>
            <a:r>
              <a:rPr lang="en-US" dirty="0" smtClean="0"/>
              <a:t>Writer/</a:t>
            </a:r>
            <a:r>
              <a:rPr lang="en-US" dirty="0" err="1" smtClean="0"/>
              <a:t>OutputStream</a:t>
            </a:r>
            <a:r>
              <a:rPr lang="en-US" dirty="0" smtClean="0"/>
              <a:t>/File</a:t>
            </a:r>
          </a:p>
          <a:p>
            <a:pPr lvl="1"/>
            <a:r>
              <a:rPr lang="en-US" b="1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writerWithDefaultPrettyPrinter</a:t>
            </a:r>
            <a:r>
              <a:rPr lang="en-US" dirty="0" smtClean="0"/>
              <a:t>().</a:t>
            </a:r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writeValueAsString</a:t>
            </a:r>
            <a:r>
              <a:rPr lang="en-US" dirty="0" smtClean="0"/>
              <a:t>(Object)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80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Reading: JSON </a:t>
            </a:r>
            <a:r>
              <a:rPr lang="en-US" dirty="0" smtClean="0"/>
              <a:t>String -&gt; </a:t>
            </a:r>
            <a:r>
              <a:rPr lang="en-US" dirty="0" err="1" smtClean="0"/>
              <a:t>JsonNode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10972801" cy="43256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5627171"/>
            <a:ext cx="10972801" cy="92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2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57743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JSON =&gt; Java Object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111438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Reading: JSON </a:t>
            </a:r>
            <a:r>
              <a:rPr lang="en-US" dirty="0" smtClean="0"/>
              <a:t>String -&gt; </a:t>
            </a:r>
            <a:r>
              <a:rPr lang="en-US" dirty="0" err="1" smtClean="0"/>
              <a:t>JsonNode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08" y="1008114"/>
            <a:ext cx="9124792" cy="19399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3381375"/>
            <a:ext cx="4314825" cy="3248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0103531" y="2913179"/>
            <a:ext cx="137409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data.json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27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JsonNode</a:t>
            </a:r>
            <a:r>
              <a:rPr lang="en-US" dirty="0" smtClean="0"/>
              <a:t>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257800"/>
            <a:ext cx="10972800" cy="1523999"/>
          </a:xfrm>
        </p:spPr>
        <p:txBody>
          <a:bodyPr>
            <a:normAutofit lnSpcReduction="10000"/>
          </a:bodyPr>
          <a:lstStyle/>
          <a:p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Đọc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node: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JsonNode.</a:t>
            </a:r>
            <a:r>
              <a:rPr lang="en-US" b="1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get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(key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):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JsonNode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kiểu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thích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JsonNode.</a:t>
            </a:r>
            <a:r>
              <a:rPr lang="en-US" b="1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asType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(): Type</a:t>
            </a:r>
          </a:p>
          <a:p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Đọc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mảng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JsonNode.</a:t>
            </a:r>
            <a:r>
              <a:rPr lang="en-US" b="1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iterator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(): Iterator&lt;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JsonNode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76" y="914400"/>
            <a:ext cx="9446624" cy="397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0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355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10144125" cy="790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57425"/>
            <a:ext cx="10144125" cy="1095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71900"/>
            <a:ext cx="10144125" cy="1104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" y="5334000"/>
            <a:ext cx="10144125" cy="1143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Reading: JSON </a:t>
            </a:r>
            <a:r>
              <a:rPr lang="en-US" dirty="0" smtClean="0"/>
              <a:t>String -&gt; Map&lt;String, Object&gt;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7391400" y="1981200"/>
            <a:ext cx="4191000" cy="8382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dirty="0" smtClean="0"/>
              <a:t>String/byte[]</a:t>
            </a:r>
          </a:p>
          <a:p>
            <a:r>
              <a:rPr lang="en-US" dirty="0" smtClean="0"/>
              <a:t>File/</a:t>
            </a:r>
            <a:r>
              <a:rPr lang="en-US" dirty="0" err="1" smtClean="0"/>
              <a:t>InputStream</a:t>
            </a:r>
            <a:r>
              <a:rPr lang="en-US" dirty="0" smtClean="0"/>
              <a:t>/Reader/URL</a:t>
            </a:r>
            <a:endParaRPr lang="en-US" dirty="0"/>
          </a:p>
        </p:txBody>
      </p:sp>
      <p:cxnSp>
        <p:nvCxnSpPr>
          <p:cNvPr id="14" name="Straight Arrow Connector 13"/>
          <p:cNvCxnSpPr>
            <a:stCxn id="10" idx="1"/>
          </p:cNvCxnSpPr>
          <p:nvPr/>
        </p:nvCxnSpPr>
        <p:spPr>
          <a:xfrm flipH="1" flipV="1">
            <a:off x="6629400" y="1752600"/>
            <a:ext cx="762000" cy="647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59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Reading: JSON String -&gt; Java Plain Object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27" y="1109662"/>
            <a:ext cx="3181350" cy="25812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27" y="4488659"/>
            <a:ext cx="3181350" cy="1981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846" y="1190623"/>
            <a:ext cx="4314825" cy="3248025"/>
          </a:xfrm>
          <a:prstGeom prst="rect">
            <a:avLst/>
          </a:prstGeom>
        </p:spPr>
      </p:pic>
      <p:sp>
        <p:nvSpPr>
          <p:cNvPr id="13" name="Folded Corner 12"/>
          <p:cNvSpPr/>
          <p:nvPr/>
        </p:nvSpPr>
        <p:spPr>
          <a:xfrm>
            <a:off x="6778943" y="990600"/>
            <a:ext cx="4799103" cy="3612424"/>
          </a:xfrm>
          <a:prstGeom prst="foldedCorner">
            <a:avLst>
              <a:gd name="adj" fmla="val 5346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43200" y="1676400"/>
            <a:ext cx="4343400" cy="228600"/>
          </a:xfrm>
          <a:prstGeom prst="straightConnector1">
            <a:avLst/>
          </a:prstGeom>
          <a:ln w="3175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048000" y="1981200"/>
            <a:ext cx="4114800" cy="228600"/>
          </a:xfrm>
          <a:prstGeom prst="straightConnector1">
            <a:avLst/>
          </a:prstGeom>
          <a:ln w="3175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245010" y="2252662"/>
            <a:ext cx="3917790" cy="338138"/>
          </a:xfrm>
          <a:prstGeom prst="straightConnector1">
            <a:avLst/>
          </a:prstGeom>
          <a:ln w="3175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3245010" y="2590800"/>
            <a:ext cx="3917790" cy="304800"/>
          </a:xfrm>
          <a:prstGeom prst="straightConnector1">
            <a:avLst/>
          </a:prstGeom>
          <a:ln w="3175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825877" y="3276600"/>
            <a:ext cx="3336923" cy="614360"/>
          </a:xfrm>
          <a:prstGeom prst="straightConnector1">
            <a:avLst/>
          </a:prstGeom>
          <a:ln w="3175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2743200" y="2895600"/>
            <a:ext cx="4724400" cy="2438400"/>
          </a:xfrm>
          <a:prstGeom prst="straightConnector1">
            <a:avLst/>
          </a:prstGeom>
          <a:ln w="3175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2895600" y="3271841"/>
            <a:ext cx="4572000" cy="2366959"/>
          </a:xfrm>
          <a:prstGeom prst="straightConnector1">
            <a:avLst/>
          </a:prstGeom>
          <a:ln w="3175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lded Corner 27"/>
          <p:cNvSpPr/>
          <p:nvPr/>
        </p:nvSpPr>
        <p:spPr>
          <a:xfrm>
            <a:off x="610349" y="990600"/>
            <a:ext cx="3428251" cy="2900360"/>
          </a:xfrm>
          <a:prstGeom prst="foldedCorner">
            <a:avLst>
              <a:gd name="adj" fmla="val 5346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olded Corner 28"/>
          <p:cNvSpPr/>
          <p:nvPr/>
        </p:nvSpPr>
        <p:spPr>
          <a:xfrm>
            <a:off x="644527" y="4417219"/>
            <a:ext cx="3428251" cy="2135980"/>
          </a:xfrm>
          <a:prstGeom prst="foldedCorner">
            <a:avLst>
              <a:gd name="adj" fmla="val 8404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olded Corner 29"/>
          <p:cNvSpPr/>
          <p:nvPr/>
        </p:nvSpPr>
        <p:spPr>
          <a:xfrm>
            <a:off x="5088385" y="5129284"/>
            <a:ext cx="6489661" cy="1423916"/>
          </a:xfrm>
          <a:prstGeom prst="foldedCorner">
            <a:avLst>
              <a:gd name="adj" fmla="val 15464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3905" y="5510283"/>
            <a:ext cx="5857875" cy="676275"/>
          </a:xfrm>
          <a:prstGeom prst="rect">
            <a:avLst/>
          </a:prstGeom>
        </p:spPr>
      </p:pic>
      <p:sp>
        <p:nvSpPr>
          <p:cNvPr id="33" name="Left Arrow 32"/>
          <p:cNvSpPr/>
          <p:nvPr/>
        </p:nvSpPr>
        <p:spPr>
          <a:xfrm>
            <a:off x="4189503" y="1109662"/>
            <a:ext cx="2406967" cy="484632"/>
          </a:xfrm>
          <a:prstGeom prst="leftArrow">
            <a:avLst/>
          </a:prstGeom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Arrow 33"/>
          <p:cNvSpPr/>
          <p:nvPr/>
        </p:nvSpPr>
        <p:spPr>
          <a:xfrm rot="16200000">
            <a:off x="1943621" y="3928368"/>
            <a:ext cx="345431" cy="484632"/>
          </a:xfrm>
          <a:prstGeom prst="leftArrow">
            <a:avLst/>
          </a:prstGeom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Arrow 34"/>
          <p:cNvSpPr/>
          <p:nvPr/>
        </p:nvSpPr>
        <p:spPr>
          <a:xfrm rot="10800000">
            <a:off x="4148978" y="5543039"/>
            <a:ext cx="863208" cy="484632"/>
          </a:xfrm>
          <a:prstGeom prst="leftArrow">
            <a:avLst/>
          </a:prstGeom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6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00"/>
                            </p:stCondLst>
                            <p:childTnLst>
                              <p:par>
                                <p:cTn id="7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57743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Java Object =&gt; JSON</a:t>
            </a:r>
            <a:endParaRPr lang="en-US" sz="5400" b="1" cap="small" dirty="0" smtClean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77515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Writing: Map -&gt; JSON String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990600"/>
            <a:ext cx="8305347" cy="5562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030" y="2971800"/>
            <a:ext cx="4112370" cy="3095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Bent-Up Arrow 7"/>
          <p:cNvSpPr/>
          <p:nvPr/>
        </p:nvSpPr>
        <p:spPr>
          <a:xfrm>
            <a:off x="7470030" y="5821680"/>
            <a:ext cx="850392" cy="731520"/>
          </a:xfrm>
          <a:prstGeom prst="bent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5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Writing: Staff -&gt; JSON String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64" y="1002030"/>
            <a:ext cx="8510267" cy="57035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030" y="2971800"/>
            <a:ext cx="4112370" cy="3095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Bent-Up Arrow 7"/>
          <p:cNvSpPr/>
          <p:nvPr/>
        </p:nvSpPr>
        <p:spPr>
          <a:xfrm>
            <a:off x="7470030" y="5821680"/>
            <a:ext cx="850392" cy="731520"/>
          </a:xfrm>
          <a:prstGeom prst="bent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6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87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585826" cy="5257800"/>
          </a:xfrm>
        </p:spPr>
        <p:txBody>
          <a:bodyPr/>
          <a:lstStyle/>
          <a:p>
            <a:pPr>
              <a:buFont typeface="Wingdings" pitchFamily="2" charset="2"/>
              <a:buChar char="þ"/>
            </a:pPr>
            <a:r>
              <a:rPr lang="en-US" dirty="0" smtClean="0"/>
              <a:t>Lambda Expression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Stream API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Filter()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Map()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Reduce()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err="1" smtClean="0"/>
              <a:t>allMatch</a:t>
            </a:r>
            <a:r>
              <a:rPr lang="en-US" dirty="0" smtClean="0"/>
              <a:t>()/</a:t>
            </a:r>
            <a:r>
              <a:rPr lang="en-US" dirty="0" err="1" smtClean="0"/>
              <a:t>anyMatch</a:t>
            </a:r>
            <a:r>
              <a:rPr lang="en-US" dirty="0" smtClean="0"/>
              <a:t>()/</a:t>
            </a:r>
            <a:r>
              <a:rPr lang="en-US" dirty="0" err="1" smtClean="0"/>
              <a:t>noneMatch</a:t>
            </a:r>
            <a:r>
              <a:rPr lang="en-US" dirty="0" smtClean="0"/>
              <a:t>()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JSON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Jackson API</a:t>
            </a:r>
            <a:endParaRPr lang="en-US" dirty="0"/>
          </a:p>
          <a:p>
            <a:pPr lvl="1">
              <a:buFont typeface="Wingdings" pitchFamily="2" charset="2"/>
              <a:buChar char="þ"/>
            </a:pPr>
            <a:r>
              <a:rPr lang="en-US" dirty="0" err="1" smtClean="0"/>
              <a:t>JsonNode</a:t>
            </a:r>
            <a:endParaRPr lang="en-US" dirty="0"/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Jackson with Map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Jackson with Plain Object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7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mdn.github.io/learning-area/javascript/oojs/json/superheroes.json</a:t>
            </a:r>
            <a:endParaRPr lang="en-US" dirty="0" smtClean="0"/>
          </a:p>
          <a:p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class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tả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JSON</a:t>
            </a:r>
          </a:p>
          <a:p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JSON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tả</a:t>
            </a:r>
            <a:endParaRPr lang="en-US" dirty="0" smtClean="0"/>
          </a:p>
          <a:p>
            <a:r>
              <a:rPr lang="en-US" dirty="0" err="1" smtClean="0"/>
              <a:t>Ghi</a:t>
            </a:r>
            <a:r>
              <a:rPr lang="en-US" dirty="0" smtClean="0"/>
              <a:t> JSON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25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12448</TotalTime>
  <Words>1132</Words>
  <Application>Microsoft Office PowerPoint</Application>
  <PresentationFormat>Widescreen</PresentationFormat>
  <Paragraphs>252</Paragraphs>
  <Slides>49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Arial Narrow</vt:lpstr>
      <vt:lpstr>Calibri</vt:lpstr>
      <vt:lpstr>Cambria</vt:lpstr>
      <vt:lpstr>Courier New</vt:lpstr>
      <vt:lpstr>Roboto</vt:lpstr>
      <vt:lpstr>Roboto Lt</vt:lpstr>
      <vt:lpstr>Segoe UI</vt:lpstr>
      <vt:lpstr>Wingdings</vt:lpstr>
      <vt:lpstr>Custom Design</vt:lpstr>
      <vt:lpstr>Java 8 and Jackson</vt:lpstr>
      <vt:lpstr>Agenda</vt:lpstr>
      <vt:lpstr>Java 8 New Features</vt:lpstr>
      <vt:lpstr>Case Study</vt:lpstr>
      <vt:lpstr>PowerPoint Presentation</vt:lpstr>
      <vt:lpstr>Traditional vs Lambda (1)</vt:lpstr>
      <vt:lpstr>Traditional vs Lambda (2)</vt:lpstr>
      <vt:lpstr>Traditional vs Lambda (3)</vt:lpstr>
      <vt:lpstr>Traditional vs Lambda (4)</vt:lpstr>
      <vt:lpstr>Lambda Expression Summary</vt:lpstr>
      <vt:lpstr>What is Lambda Expression?</vt:lpstr>
      <vt:lpstr>Functional Interface</vt:lpstr>
      <vt:lpstr>Lambda Expression Syntaxes</vt:lpstr>
      <vt:lpstr>Lambda Example</vt:lpstr>
      <vt:lpstr>PowerPoint Presentation</vt:lpstr>
      <vt:lpstr>PowerPoint Presentation</vt:lpstr>
      <vt:lpstr>What is Stream?</vt:lpstr>
      <vt:lpstr>Creating Stream</vt:lpstr>
      <vt:lpstr>Stream Processing Operations</vt:lpstr>
      <vt:lpstr>Stream Processing Operations Example</vt:lpstr>
      <vt:lpstr>Stream&lt;T&gt;.forEach(T -&gt; {…})</vt:lpstr>
      <vt:lpstr>Stream&lt;T&gt;.filter(T -&gt; boolean)</vt:lpstr>
      <vt:lpstr>Stream&lt;T&gt;.map(T -&gt; R)</vt:lpstr>
      <vt:lpstr>Stream&lt;T&gt;.reduce(T, (T, T) -&gt; T)</vt:lpstr>
      <vt:lpstr>Stream&lt;T&gt;.&lt;x&gt;Match(T -&gt; boolean)</vt:lpstr>
      <vt:lpstr>Aggrigation</vt:lpstr>
      <vt:lpstr>Reference Method</vt:lpstr>
      <vt:lpstr>PowerPoint Presentation</vt:lpstr>
      <vt:lpstr>PowerPoint Presentation</vt:lpstr>
      <vt:lpstr>What is JSON?</vt:lpstr>
      <vt:lpstr>Working with JSON in JavaScript?</vt:lpstr>
      <vt:lpstr>PowerPoint Presentation</vt:lpstr>
      <vt:lpstr>PowerPoint Presentation</vt:lpstr>
      <vt:lpstr>What is Jackson?</vt:lpstr>
      <vt:lpstr>ObjectMapper API</vt:lpstr>
      <vt:lpstr>Reading: JSON String -&gt; JsonNode</vt:lpstr>
      <vt:lpstr>PowerPoint Presentation</vt:lpstr>
      <vt:lpstr>Reading: JSON String -&gt; JsonNode</vt:lpstr>
      <vt:lpstr>JsonNode API</vt:lpstr>
      <vt:lpstr>PowerPoint Presentation</vt:lpstr>
      <vt:lpstr>Reading: JSON String -&gt; Map&lt;String, Object&gt;</vt:lpstr>
      <vt:lpstr>Reading: JSON String -&gt; Java Plain Object</vt:lpstr>
      <vt:lpstr>PowerPoint Presentation</vt:lpstr>
      <vt:lpstr>Writing: Map -&gt; JSON String</vt:lpstr>
      <vt:lpstr>Writing: Staff -&gt; JSON String</vt:lpstr>
      <vt:lpstr>PowerPoint Presentation</vt:lpstr>
      <vt:lpstr>Summary</vt:lpstr>
      <vt:lpstr>PowerPoint Presentation</vt:lpstr>
      <vt:lpstr>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1831</cp:revision>
  <dcterms:created xsi:type="dcterms:W3CDTF">2013-04-23T08:05:33Z</dcterms:created>
  <dcterms:modified xsi:type="dcterms:W3CDTF">2021-03-18T03:09:38Z</dcterms:modified>
</cp:coreProperties>
</file>