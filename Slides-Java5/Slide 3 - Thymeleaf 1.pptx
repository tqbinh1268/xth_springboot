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wdp" ContentType="image/vnd.ms-photo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0" r:id="rId1"/>
  </p:sldMasterIdLst>
  <p:notesMasterIdLst>
    <p:notesMasterId r:id="rId33"/>
  </p:notesMasterIdLst>
  <p:sldIdLst>
    <p:sldId id="541" r:id="rId2"/>
    <p:sldId id="817" r:id="rId3"/>
    <p:sldId id="776" r:id="rId4"/>
    <p:sldId id="725" r:id="rId5"/>
    <p:sldId id="778" r:id="rId6"/>
    <p:sldId id="815" r:id="rId7"/>
    <p:sldId id="816" r:id="rId8"/>
    <p:sldId id="727" r:id="rId9"/>
    <p:sldId id="756" r:id="rId10"/>
    <p:sldId id="748" r:id="rId11"/>
    <p:sldId id="781" r:id="rId12"/>
    <p:sldId id="819" r:id="rId13"/>
    <p:sldId id="820" r:id="rId14"/>
    <p:sldId id="821" r:id="rId15"/>
    <p:sldId id="822" r:id="rId16"/>
    <p:sldId id="823" r:id="rId17"/>
    <p:sldId id="827" r:id="rId18"/>
    <p:sldId id="833" r:id="rId19"/>
    <p:sldId id="836" r:id="rId20"/>
    <p:sldId id="825" r:id="rId21"/>
    <p:sldId id="826" r:id="rId22"/>
    <p:sldId id="828" r:id="rId23"/>
    <p:sldId id="829" r:id="rId24"/>
    <p:sldId id="830" r:id="rId25"/>
    <p:sldId id="831" r:id="rId26"/>
    <p:sldId id="832" r:id="rId27"/>
    <p:sldId id="834" r:id="rId28"/>
    <p:sldId id="837" r:id="rId29"/>
    <p:sldId id="838" r:id="rId30"/>
    <p:sldId id="707" r:id="rId31"/>
    <p:sldId id="805" r:id="rId3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3300"/>
    <a:srgbClr val="0000FF"/>
    <a:srgbClr val="5C0000"/>
    <a:srgbClr val="FF5A33"/>
    <a:srgbClr val="F9F9F9"/>
    <a:srgbClr val="FF9900"/>
    <a:srgbClr val="FFD1D1"/>
    <a:srgbClr val="FFB9B9"/>
    <a:srgbClr val="FF9797"/>
    <a:srgbClr val="FF8F8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3818" autoAdjust="0"/>
  </p:normalViewPr>
  <p:slideViewPr>
    <p:cSldViewPr>
      <p:cViewPr varScale="1">
        <p:scale>
          <a:sx n="88" d="100"/>
          <a:sy n="88" d="100"/>
        </p:scale>
        <p:origin x="494" y="67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notesViewPr>
    <p:cSldViewPr>
      <p:cViewPr varScale="1">
        <p:scale>
          <a:sx n="52" d="100"/>
          <a:sy n="52" d="100"/>
        </p:scale>
        <p:origin x="-2844" y="-108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6057C860-FDC4-4FE9-8F26-28C59B7E220E}" type="doc">
      <dgm:prSet loTypeId="urn:microsoft.com/office/officeart/2005/8/layout/hierarchy1" loCatId="hierarchy" qsTypeId="urn:microsoft.com/office/officeart/2005/8/quickstyle/3d1" qsCatId="3D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E39F46E7-523D-46A9-8DF9-10435810EEB5}">
      <dgm:prSet phldrT="[Text]"/>
      <dgm:spPr/>
      <dgm:t>
        <a:bodyPr/>
        <a:lstStyle/>
        <a:p>
          <a:r>
            <a:rPr lang="en-US" dirty="0" err="1" smtClean="0"/>
            <a:t>Thymeleaf</a:t>
          </a:r>
          <a:r>
            <a:rPr lang="en-US" dirty="0" smtClean="0"/>
            <a:t> Template</a:t>
          </a:r>
          <a:endParaRPr lang="en-US" dirty="0"/>
        </a:p>
      </dgm:t>
    </dgm:pt>
    <dgm:pt modelId="{0E8E911F-CFFA-4FAD-AE1D-8FBB1ED31307}" type="parTrans" cxnId="{DB11103B-718A-4FFF-AEBC-5D9BD20CE90F}">
      <dgm:prSet/>
      <dgm:spPr/>
      <dgm:t>
        <a:bodyPr/>
        <a:lstStyle/>
        <a:p>
          <a:endParaRPr lang="en-US"/>
        </a:p>
      </dgm:t>
    </dgm:pt>
    <dgm:pt modelId="{AF406AA2-7B6D-4D44-B8CE-8ED9A2423EE9}" type="sibTrans" cxnId="{DB11103B-718A-4FFF-AEBC-5D9BD20CE90F}">
      <dgm:prSet/>
      <dgm:spPr/>
      <dgm:t>
        <a:bodyPr/>
        <a:lstStyle/>
        <a:p>
          <a:endParaRPr lang="en-US"/>
        </a:p>
      </dgm:t>
    </dgm:pt>
    <dgm:pt modelId="{EDC95B50-967C-4A44-A2C4-FF277AA23C1B}">
      <dgm:prSet phldrT="[Text]"/>
      <dgm:spPr/>
      <dgm:t>
        <a:bodyPr/>
        <a:lstStyle/>
        <a:p>
          <a:r>
            <a:rPr lang="en-US" dirty="0" smtClean="0"/>
            <a:t>Directives</a:t>
          </a:r>
          <a:endParaRPr lang="en-US" dirty="0"/>
        </a:p>
      </dgm:t>
    </dgm:pt>
    <dgm:pt modelId="{0B5A3BB9-CD14-4B40-BCEE-AD781DD15EE9}" type="parTrans" cxnId="{B9579A90-C3DC-47B4-8787-4DD0F412E9B5}">
      <dgm:prSet/>
      <dgm:spPr/>
      <dgm:t>
        <a:bodyPr/>
        <a:lstStyle/>
        <a:p>
          <a:endParaRPr lang="en-US"/>
        </a:p>
      </dgm:t>
    </dgm:pt>
    <dgm:pt modelId="{10EA2A00-6C1B-47AE-9A5B-F4A81C07649D}" type="sibTrans" cxnId="{B9579A90-C3DC-47B4-8787-4DD0F412E9B5}">
      <dgm:prSet/>
      <dgm:spPr/>
      <dgm:t>
        <a:bodyPr/>
        <a:lstStyle/>
        <a:p>
          <a:endParaRPr lang="en-US"/>
        </a:p>
      </dgm:t>
    </dgm:pt>
    <dgm:pt modelId="{51092310-59AB-405A-A0A5-B6423E33A768}">
      <dgm:prSet phldrT="[Text]"/>
      <dgm:spPr/>
      <dgm:t>
        <a:bodyPr/>
        <a:lstStyle/>
        <a:p>
          <a:r>
            <a:rPr lang="en-US" dirty="0" smtClean="0"/>
            <a:t>New Directive</a:t>
          </a:r>
        </a:p>
        <a:p>
          <a:r>
            <a:rPr lang="en-US" dirty="0" smtClean="0"/>
            <a:t>(</a:t>
          </a:r>
          <a:r>
            <a:rPr lang="en-US" dirty="0" err="1" smtClean="0"/>
            <a:t>th:</a:t>
          </a:r>
          <a:r>
            <a:rPr lang="en-US" b="1" dirty="0" err="1" smtClean="0">
              <a:solidFill>
                <a:srgbClr val="0000FF"/>
              </a:solidFill>
            </a:rPr>
            <a:t>text</a:t>
          </a:r>
          <a:r>
            <a:rPr lang="en-US" dirty="0" smtClean="0"/>
            <a:t>)</a:t>
          </a:r>
          <a:endParaRPr lang="en-US" dirty="0"/>
        </a:p>
      </dgm:t>
    </dgm:pt>
    <dgm:pt modelId="{53AE1603-57CD-4B9F-977E-43D770994199}" type="parTrans" cxnId="{C2BC255E-9DF5-4814-A06E-1FF89440C74E}">
      <dgm:prSet/>
      <dgm:spPr/>
      <dgm:t>
        <a:bodyPr/>
        <a:lstStyle/>
        <a:p>
          <a:endParaRPr lang="en-US"/>
        </a:p>
      </dgm:t>
    </dgm:pt>
    <dgm:pt modelId="{DBD100DD-61F3-422D-B21D-80357B867345}" type="sibTrans" cxnId="{C2BC255E-9DF5-4814-A06E-1FF89440C74E}">
      <dgm:prSet/>
      <dgm:spPr/>
      <dgm:t>
        <a:bodyPr/>
        <a:lstStyle/>
        <a:p>
          <a:endParaRPr lang="en-US"/>
        </a:p>
      </dgm:t>
    </dgm:pt>
    <dgm:pt modelId="{E1CB7F70-9AA7-4758-864F-D794AA97FB56}">
      <dgm:prSet phldrT="[Text]"/>
      <dgm:spPr/>
      <dgm:t>
        <a:bodyPr/>
        <a:lstStyle/>
        <a:p>
          <a:r>
            <a:rPr lang="en-US" dirty="0" smtClean="0"/>
            <a:t>Based on HTML</a:t>
          </a:r>
        </a:p>
        <a:p>
          <a:r>
            <a:rPr lang="en-US" dirty="0" smtClean="0"/>
            <a:t>(</a:t>
          </a:r>
          <a:r>
            <a:rPr lang="en-US" dirty="0" err="1" smtClean="0"/>
            <a:t>th:</a:t>
          </a:r>
          <a:r>
            <a:rPr lang="en-US" b="1" dirty="0" err="1" smtClean="0">
              <a:solidFill>
                <a:srgbClr val="0000FF"/>
              </a:solidFill>
            </a:rPr>
            <a:t>title</a:t>
          </a:r>
          <a:r>
            <a:rPr lang="en-US" dirty="0" smtClean="0"/>
            <a:t>)</a:t>
          </a:r>
          <a:endParaRPr lang="en-US" dirty="0"/>
        </a:p>
      </dgm:t>
    </dgm:pt>
    <dgm:pt modelId="{8352E185-3814-4D45-8C79-4BA49AF7136B}" type="parTrans" cxnId="{7B26E739-2820-4A0B-98D7-91441005CEEC}">
      <dgm:prSet/>
      <dgm:spPr/>
      <dgm:t>
        <a:bodyPr/>
        <a:lstStyle/>
        <a:p>
          <a:endParaRPr lang="en-US"/>
        </a:p>
      </dgm:t>
    </dgm:pt>
    <dgm:pt modelId="{4F53CCCD-39E0-4A22-AB70-9BF56E860D25}" type="sibTrans" cxnId="{7B26E739-2820-4A0B-98D7-91441005CEEC}">
      <dgm:prSet/>
      <dgm:spPr/>
      <dgm:t>
        <a:bodyPr/>
        <a:lstStyle/>
        <a:p>
          <a:endParaRPr lang="en-US"/>
        </a:p>
      </dgm:t>
    </dgm:pt>
    <dgm:pt modelId="{C8260BB0-8D7C-4BBA-AF08-E39DD8232528}">
      <dgm:prSet phldrT="[Text]"/>
      <dgm:spPr/>
      <dgm:t>
        <a:bodyPr/>
        <a:lstStyle/>
        <a:p>
          <a:r>
            <a:rPr lang="en-US" dirty="0" smtClean="0"/>
            <a:t>Expressions</a:t>
          </a:r>
          <a:endParaRPr lang="en-US" dirty="0"/>
        </a:p>
      </dgm:t>
    </dgm:pt>
    <dgm:pt modelId="{88965A83-2D13-49FB-94D3-A11B58A13D47}" type="parTrans" cxnId="{4660D2D0-AC2E-4784-AA56-381A9C327D21}">
      <dgm:prSet/>
      <dgm:spPr/>
      <dgm:t>
        <a:bodyPr/>
        <a:lstStyle/>
        <a:p>
          <a:endParaRPr lang="en-US"/>
        </a:p>
      </dgm:t>
    </dgm:pt>
    <dgm:pt modelId="{B6C748E5-2787-4CB2-B56F-FA6319F59EB9}" type="sibTrans" cxnId="{4660D2D0-AC2E-4784-AA56-381A9C327D21}">
      <dgm:prSet/>
      <dgm:spPr/>
      <dgm:t>
        <a:bodyPr/>
        <a:lstStyle/>
        <a:p>
          <a:endParaRPr lang="en-US"/>
        </a:p>
      </dgm:t>
    </dgm:pt>
    <dgm:pt modelId="{76C1F3CD-C915-4DC7-902B-23915A406797}">
      <dgm:prSet phldrT="[Text]"/>
      <dgm:spPr/>
      <dgm:t>
        <a:bodyPr/>
        <a:lstStyle/>
        <a:p>
          <a:r>
            <a:rPr lang="en-US" b="1" dirty="0" smtClean="0">
              <a:solidFill>
                <a:srgbClr val="0000FF"/>
              </a:solidFill>
            </a:rPr>
            <a:t>${}</a:t>
          </a:r>
          <a:r>
            <a:rPr lang="en-US" dirty="0" smtClean="0"/>
            <a:t>,</a:t>
          </a:r>
          <a:r>
            <a:rPr lang="en-US" b="1" dirty="0" smtClean="0">
              <a:solidFill>
                <a:srgbClr val="0000FF"/>
              </a:solidFill>
            </a:rPr>
            <a:t>*{}</a:t>
          </a:r>
          <a:r>
            <a:rPr lang="en-US" dirty="0" smtClean="0"/>
            <a:t>,</a:t>
          </a:r>
          <a:r>
            <a:rPr lang="en-US" b="1" dirty="0" smtClean="0">
              <a:solidFill>
                <a:srgbClr val="0000FF"/>
              </a:solidFill>
            </a:rPr>
            <a:t>@{}</a:t>
          </a:r>
          <a:r>
            <a:rPr lang="en-US" dirty="0" smtClean="0"/>
            <a:t>,</a:t>
          </a:r>
          <a:r>
            <a:rPr lang="en-US" b="1" dirty="0" smtClean="0">
              <a:solidFill>
                <a:srgbClr val="0000FF"/>
              </a:solidFill>
            </a:rPr>
            <a:t>~{}</a:t>
          </a:r>
          <a:r>
            <a:rPr lang="en-US" dirty="0" smtClean="0"/>
            <a:t>, </a:t>
          </a:r>
          <a:r>
            <a:rPr lang="en-US" b="1" dirty="0" smtClean="0">
              <a:solidFill>
                <a:srgbClr val="0000FF"/>
              </a:solidFill>
            </a:rPr>
            <a:t>#{}</a:t>
          </a:r>
          <a:endParaRPr lang="en-US" b="1" dirty="0">
            <a:solidFill>
              <a:srgbClr val="0000FF"/>
            </a:solidFill>
          </a:endParaRPr>
        </a:p>
      </dgm:t>
    </dgm:pt>
    <dgm:pt modelId="{7109ABB6-B9CC-4B17-B949-FD91FBE252F0}" type="parTrans" cxnId="{D53E3F9D-FDC6-44DE-9925-ED4D6716E7AF}">
      <dgm:prSet/>
      <dgm:spPr/>
      <dgm:t>
        <a:bodyPr/>
        <a:lstStyle/>
        <a:p>
          <a:endParaRPr lang="en-US"/>
        </a:p>
      </dgm:t>
    </dgm:pt>
    <dgm:pt modelId="{54A664B8-06B8-422F-9B6C-20547DA52FE5}" type="sibTrans" cxnId="{D53E3F9D-FDC6-44DE-9925-ED4D6716E7AF}">
      <dgm:prSet/>
      <dgm:spPr/>
      <dgm:t>
        <a:bodyPr/>
        <a:lstStyle/>
        <a:p>
          <a:endParaRPr lang="en-US"/>
        </a:p>
      </dgm:t>
    </dgm:pt>
    <dgm:pt modelId="{39BF2DF7-45A1-45F9-80BD-ADEDB5D3EF93}" type="pres">
      <dgm:prSet presAssocID="{6057C860-FDC4-4FE9-8F26-28C59B7E220E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  <dgm:t>
        <a:bodyPr/>
        <a:lstStyle/>
        <a:p>
          <a:endParaRPr lang="en-US"/>
        </a:p>
      </dgm:t>
    </dgm:pt>
    <dgm:pt modelId="{AFB81C8C-EC9E-44C7-A64D-8DA523BC5467}" type="pres">
      <dgm:prSet presAssocID="{E39F46E7-523D-46A9-8DF9-10435810EEB5}" presName="hierRoot1" presStyleCnt="0"/>
      <dgm:spPr/>
    </dgm:pt>
    <dgm:pt modelId="{44A969B9-57C5-4C8C-BC01-003B0CDA24B3}" type="pres">
      <dgm:prSet presAssocID="{E39F46E7-523D-46A9-8DF9-10435810EEB5}" presName="composite" presStyleCnt="0"/>
      <dgm:spPr/>
    </dgm:pt>
    <dgm:pt modelId="{535ECCA4-BB61-475A-9240-D7D0A274825E}" type="pres">
      <dgm:prSet presAssocID="{E39F46E7-523D-46A9-8DF9-10435810EEB5}" presName="background" presStyleLbl="node0" presStyleIdx="0" presStyleCnt="1"/>
      <dgm:spPr/>
    </dgm:pt>
    <dgm:pt modelId="{8401008E-BCA9-46C1-A8AA-5629B291A5BE}" type="pres">
      <dgm:prSet presAssocID="{E39F46E7-523D-46A9-8DF9-10435810EEB5}" presName="text" presStyleLbl="fgAcc0" presStyleIdx="0" presStyleCnt="1" custScaleX="139050" custScaleY="78823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D2E24AEE-A0EB-4CD4-B8FA-C8DB2F51B352}" type="pres">
      <dgm:prSet presAssocID="{E39F46E7-523D-46A9-8DF9-10435810EEB5}" presName="hierChild2" presStyleCnt="0"/>
      <dgm:spPr/>
    </dgm:pt>
    <dgm:pt modelId="{A00F572C-2B88-46C0-BA08-BB8B2AD10AD5}" type="pres">
      <dgm:prSet presAssocID="{0B5A3BB9-CD14-4B40-BCEE-AD781DD15EE9}" presName="Name10" presStyleLbl="parChTrans1D2" presStyleIdx="0" presStyleCnt="2"/>
      <dgm:spPr/>
      <dgm:t>
        <a:bodyPr/>
        <a:lstStyle/>
        <a:p>
          <a:endParaRPr lang="en-US"/>
        </a:p>
      </dgm:t>
    </dgm:pt>
    <dgm:pt modelId="{047B82F3-01C8-4306-9454-7FBC9F77297C}" type="pres">
      <dgm:prSet presAssocID="{EDC95B50-967C-4A44-A2C4-FF277AA23C1B}" presName="hierRoot2" presStyleCnt="0"/>
      <dgm:spPr/>
    </dgm:pt>
    <dgm:pt modelId="{8C320500-8C94-4A29-B748-203B148C163E}" type="pres">
      <dgm:prSet presAssocID="{EDC95B50-967C-4A44-A2C4-FF277AA23C1B}" presName="composite2" presStyleCnt="0"/>
      <dgm:spPr/>
    </dgm:pt>
    <dgm:pt modelId="{F4C304BB-36FD-45C7-BEEE-BC6684761FA0}" type="pres">
      <dgm:prSet presAssocID="{EDC95B50-967C-4A44-A2C4-FF277AA23C1B}" presName="background2" presStyleLbl="node2" presStyleIdx="0" presStyleCnt="2"/>
      <dgm:spPr/>
    </dgm:pt>
    <dgm:pt modelId="{9D91B90E-D7B7-4315-8F75-A794C92E107C}" type="pres">
      <dgm:prSet presAssocID="{EDC95B50-967C-4A44-A2C4-FF277AA23C1B}" presName="text2" presStyleLbl="fgAcc2" presStyleIdx="0" presStyleCnt="2" custScaleX="139050" custScaleY="78823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D8FAAE0C-7FC4-4EA5-84B0-844E7C370A84}" type="pres">
      <dgm:prSet presAssocID="{EDC95B50-967C-4A44-A2C4-FF277AA23C1B}" presName="hierChild3" presStyleCnt="0"/>
      <dgm:spPr/>
    </dgm:pt>
    <dgm:pt modelId="{A5878E7E-0D92-4D5D-87A2-C644DB93ABD2}" type="pres">
      <dgm:prSet presAssocID="{53AE1603-57CD-4B9F-977E-43D770994199}" presName="Name17" presStyleLbl="parChTrans1D3" presStyleIdx="0" presStyleCnt="3"/>
      <dgm:spPr/>
      <dgm:t>
        <a:bodyPr/>
        <a:lstStyle/>
        <a:p>
          <a:endParaRPr lang="en-US"/>
        </a:p>
      </dgm:t>
    </dgm:pt>
    <dgm:pt modelId="{478AF4A7-02BB-4F86-841C-7FF95F60F76A}" type="pres">
      <dgm:prSet presAssocID="{51092310-59AB-405A-A0A5-B6423E33A768}" presName="hierRoot3" presStyleCnt="0"/>
      <dgm:spPr/>
    </dgm:pt>
    <dgm:pt modelId="{AE1088F3-C521-4169-8544-1C4E76A8FE4C}" type="pres">
      <dgm:prSet presAssocID="{51092310-59AB-405A-A0A5-B6423E33A768}" presName="composite3" presStyleCnt="0"/>
      <dgm:spPr/>
    </dgm:pt>
    <dgm:pt modelId="{B50F5498-C682-4FFE-8653-144357169EE5}" type="pres">
      <dgm:prSet presAssocID="{51092310-59AB-405A-A0A5-B6423E33A768}" presName="background3" presStyleLbl="node3" presStyleIdx="0" presStyleCnt="3"/>
      <dgm:spPr/>
    </dgm:pt>
    <dgm:pt modelId="{141E3418-36CC-4BFC-9D68-39D8EFB1E0FC}" type="pres">
      <dgm:prSet presAssocID="{51092310-59AB-405A-A0A5-B6423E33A768}" presName="text3" presStyleLbl="fgAcc3" presStyleIdx="0" presStyleCnt="3" custScaleX="139050" custScaleY="78823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AFB56574-0CB7-4238-9F7C-3215B4EC8256}" type="pres">
      <dgm:prSet presAssocID="{51092310-59AB-405A-A0A5-B6423E33A768}" presName="hierChild4" presStyleCnt="0"/>
      <dgm:spPr/>
    </dgm:pt>
    <dgm:pt modelId="{A65C51AA-C5A9-449E-9441-D5028AD89F15}" type="pres">
      <dgm:prSet presAssocID="{8352E185-3814-4D45-8C79-4BA49AF7136B}" presName="Name17" presStyleLbl="parChTrans1D3" presStyleIdx="1" presStyleCnt="3"/>
      <dgm:spPr/>
      <dgm:t>
        <a:bodyPr/>
        <a:lstStyle/>
        <a:p>
          <a:endParaRPr lang="en-US"/>
        </a:p>
      </dgm:t>
    </dgm:pt>
    <dgm:pt modelId="{E7EB87AB-9CF5-4B5A-9111-5EFF9BCC2CC6}" type="pres">
      <dgm:prSet presAssocID="{E1CB7F70-9AA7-4758-864F-D794AA97FB56}" presName="hierRoot3" presStyleCnt="0"/>
      <dgm:spPr/>
    </dgm:pt>
    <dgm:pt modelId="{E7857A8F-28C9-48C0-A2F3-E34DCA775843}" type="pres">
      <dgm:prSet presAssocID="{E1CB7F70-9AA7-4758-864F-D794AA97FB56}" presName="composite3" presStyleCnt="0"/>
      <dgm:spPr/>
    </dgm:pt>
    <dgm:pt modelId="{FEAF9AFE-6AA3-4BAC-9AC0-77D04605DEB6}" type="pres">
      <dgm:prSet presAssocID="{E1CB7F70-9AA7-4758-864F-D794AA97FB56}" presName="background3" presStyleLbl="node3" presStyleIdx="1" presStyleCnt="3"/>
      <dgm:spPr/>
    </dgm:pt>
    <dgm:pt modelId="{6D43F483-0FAC-427B-8139-319E9AB28E97}" type="pres">
      <dgm:prSet presAssocID="{E1CB7F70-9AA7-4758-864F-D794AA97FB56}" presName="text3" presStyleLbl="fgAcc3" presStyleIdx="1" presStyleCnt="3" custScaleX="139050" custScaleY="78823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EC3AD9A5-4D76-4A81-8015-BAB79A5308FB}" type="pres">
      <dgm:prSet presAssocID="{E1CB7F70-9AA7-4758-864F-D794AA97FB56}" presName="hierChild4" presStyleCnt="0"/>
      <dgm:spPr/>
    </dgm:pt>
    <dgm:pt modelId="{FD541B58-F039-437F-9C64-7E9A456DEAAF}" type="pres">
      <dgm:prSet presAssocID="{88965A83-2D13-49FB-94D3-A11B58A13D47}" presName="Name10" presStyleLbl="parChTrans1D2" presStyleIdx="1" presStyleCnt="2"/>
      <dgm:spPr/>
      <dgm:t>
        <a:bodyPr/>
        <a:lstStyle/>
        <a:p>
          <a:endParaRPr lang="en-US"/>
        </a:p>
      </dgm:t>
    </dgm:pt>
    <dgm:pt modelId="{77F6B456-3266-4B9D-8843-2185C7650C89}" type="pres">
      <dgm:prSet presAssocID="{C8260BB0-8D7C-4BBA-AF08-E39DD8232528}" presName="hierRoot2" presStyleCnt="0"/>
      <dgm:spPr/>
    </dgm:pt>
    <dgm:pt modelId="{022514F4-8C7E-4925-B094-02F5226CCCB5}" type="pres">
      <dgm:prSet presAssocID="{C8260BB0-8D7C-4BBA-AF08-E39DD8232528}" presName="composite2" presStyleCnt="0"/>
      <dgm:spPr/>
    </dgm:pt>
    <dgm:pt modelId="{30CD63B6-1C40-4E83-BB8B-EDD757D206BD}" type="pres">
      <dgm:prSet presAssocID="{C8260BB0-8D7C-4BBA-AF08-E39DD8232528}" presName="background2" presStyleLbl="node2" presStyleIdx="1" presStyleCnt="2"/>
      <dgm:spPr/>
    </dgm:pt>
    <dgm:pt modelId="{0A724AFD-2325-46B3-88F9-626C87C2CB3A}" type="pres">
      <dgm:prSet presAssocID="{C8260BB0-8D7C-4BBA-AF08-E39DD8232528}" presName="text2" presStyleLbl="fgAcc2" presStyleIdx="1" presStyleCnt="2" custScaleX="139050" custScaleY="78823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84D6D678-C790-45C7-B33C-7248AC58A335}" type="pres">
      <dgm:prSet presAssocID="{C8260BB0-8D7C-4BBA-AF08-E39DD8232528}" presName="hierChild3" presStyleCnt="0"/>
      <dgm:spPr/>
    </dgm:pt>
    <dgm:pt modelId="{80D29A30-8345-46ED-B404-F5786CF368B2}" type="pres">
      <dgm:prSet presAssocID="{7109ABB6-B9CC-4B17-B949-FD91FBE252F0}" presName="Name17" presStyleLbl="parChTrans1D3" presStyleIdx="2" presStyleCnt="3"/>
      <dgm:spPr/>
      <dgm:t>
        <a:bodyPr/>
        <a:lstStyle/>
        <a:p>
          <a:endParaRPr lang="en-US"/>
        </a:p>
      </dgm:t>
    </dgm:pt>
    <dgm:pt modelId="{89E87169-702E-420F-BD41-9E188206B251}" type="pres">
      <dgm:prSet presAssocID="{76C1F3CD-C915-4DC7-902B-23915A406797}" presName="hierRoot3" presStyleCnt="0"/>
      <dgm:spPr/>
    </dgm:pt>
    <dgm:pt modelId="{69325E52-19F9-421B-8F07-06846FD37B31}" type="pres">
      <dgm:prSet presAssocID="{76C1F3CD-C915-4DC7-902B-23915A406797}" presName="composite3" presStyleCnt="0"/>
      <dgm:spPr/>
    </dgm:pt>
    <dgm:pt modelId="{2C110467-D271-4A87-A53F-EB5B27106589}" type="pres">
      <dgm:prSet presAssocID="{76C1F3CD-C915-4DC7-902B-23915A406797}" presName="background3" presStyleLbl="node3" presStyleIdx="2" presStyleCnt="3"/>
      <dgm:spPr/>
    </dgm:pt>
    <dgm:pt modelId="{66835178-8FC1-4918-AF44-184DE9DB298B}" type="pres">
      <dgm:prSet presAssocID="{76C1F3CD-C915-4DC7-902B-23915A406797}" presName="text3" presStyleLbl="fgAcc3" presStyleIdx="2" presStyleCnt="3" custScaleX="139050" custScaleY="78823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6215BAE1-201D-4A6C-A090-34C5EC6DF947}" type="pres">
      <dgm:prSet presAssocID="{76C1F3CD-C915-4DC7-902B-23915A406797}" presName="hierChild4" presStyleCnt="0"/>
      <dgm:spPr/>
    </dgm:pt>
  </dgm:ptLst>
  <dgm:cxnLst>
    <dgm:cxn modelId="{EC2A395E-6767-4BF8-88F1-0C82BA6235D9}" type="presOf" srcId="{76C1F3CD-C915-4DC7-902B-23915A406797}" destId="{66835178-8FC1-4918-AF44-184DE9DB298B}" srcOrd="0" destOrd="0" presId="urn:microsoft.com/office/officeart/2005/8/layout/hierarchy1"/>
    <dgm:cxn modelId="{7B26E739-2820-4A0B-98D7-91441005CEEC}" srcId="{EDC95B50-967C-4A44-A2C4-FF277AA23C1B}" destId="{E1CB7F70-9AA7-4758-864F-D794AA97FB56}" srcOrd="1" destOrd="0" parTransId="{8352E185-3814-4D45-8C79-4BA49AF7136B}" sibTransId="{4F53CCCD-39E0-4A22-AB70-9BF56E860D25}"/>
    <dgm:cxn modelId="{8FDF1DC7-E843-4AB4-8AD3-9938CEF1598D}" type="presOf" srcId="{7109ABB6-B9CC-4B17-B949-FD91FBE252F0}" destId="{80D29A30-8345-46ED-B404-F5786CF368B2}" srcOrd="0" destOrd="0" presId="urn:microsoft.com/office/officeart/2005/8/layout/hierarchy1"/>
    <dgm:cxn modelId="{2583E513-4EB9-4AC5-8AF2-F0D6E72FD633}" type="presOf" srcId="{51092310-59AB-405A-A0A5-B6423E33A768}" destId="{141E3418-36CC-4BFC-9D68-39D8EFB1E0FC}" srcOrd="0" destOrd="0" presId="urn:microsoft.com/office/officeart/2005/8/layout/hierarchy1"/>
    <dgm:cxn modelId="{3D0F53D4-7863-45CD-A8DB-FEC280F36062}" type="presOf" srcId="{E1CB7F70-9AA7-4758-864F-D794AA97FB56}" destId="{6D43F483-0FAC-427B-8139-319E9AB28E97}" srcOrd="0" destOrd="0" presId="urn:microsoft.com/office/officeart/2005/8/layout/hierarchy1"/>
    <dgm:cxn modelId="{4660D2D0-AC2E-4784-AA56-381A9C327D21}" srcId="{E39F46E7-523D-46A9-8DF9-10435810EEB5}" destId="{C8260BB0-8D7C-4BBA-AF08-E39DD8232528}" srcOrd="1" destOrd="0" parTransId="{88965A83-2D13-49FB-94D3-A11B58A13D47}" sibTransId="{B6C748E5-2787-4CB2-B56F-FA6319F59EB9}"/>
    <dgm:cxn modelId="{DB11103B-718A-4FFF-AEBC-5D9BD20CE90F}" srcId="{6057C860-FDC4-4FE9-8F26-28C59B7E220E}" destId="{E39F46E7-523D-46A9-8DF9-10435810EEB5}" srcOrd="0" destOrd="0" parTransId="{0E8E911F-CFFA-4FAD-AE1D-8FBB1ED31307}" sibTransId="{AF406AA2-7B6D-4D44-B8CE-8ED9A2423EE9}"/>
    <dgm:cxn modelId="{DE5637CD-7A2C-45D3-A74B-9768F930A022}" type="presOf" srcId="{0B5A3BB9-CD14-4B40-BCEE-AD781DD15EE9}" destId="{A00F572C-2B88-46C0-BA08-BB8B2AD10AD5}" srcOrd="0" destOrd="0" presId="urn:microsoft.com/office/officeart/2005/8/layout/hierarchy1"/>
    <dgm:cxn modelId="{9231DA0A-C889-4136-9487-CF1E4DE15049}" type="presOf" srcId="{8352E185-3814-4D45-8C79-4BA49AF7136B}" destId="{A65C51AA-C5A9-449E-9441-D5028AD89F15}" srcOrd="0" destOrd="0" presId="urn:microsoft.com/office/officeart/2005/8/layout/hierarchy1"/>
    <dgm:cxn modelId="{B9579A90-C3DC-47B4-8787-4DD0F412E9B5}" srcId="{E39F46E7-523D-46A9-8DF9-10435810EEB5}" destId="{EDC95B50-967C-4A44-A2C4-FF277AA23C1B}" srcOrd="0" destOrd="0" parTransId="{0B5A3BB9-CD14-4B40-BCEE-AD781DD15EE9}" sibTransId="{10EA2A00-6C1B-47AE-9A5B-F4A81C07649D}"/>
    <dgm:cxn modelId="{FE6CA6FE-C8B2-4955-BAF6-6568E22BDC38}" type="presOf" srcId="{53AE1603-57CD-4B9F-977E-43D770994199}" destId="{A5878E7E-0D92-4D5D-87A2-C644DB93ABD2}" srcOrd="0" destOrd="0" presId="urn:microsoft.com/office/officeart/2005/8/layout/hierarchy1"/>
    <dgm:cxn modelId="{D53E3F9D-FDC6-44DE-9925-ED4D6716E7AF}" srcId="{C8260BB0-8D7C-4BBA-AF08-E39DD8232528}" destId="{76C1F3CD-C915-4DC7-902B-23915A406797}" srcOrd="0" destOrd="0" parTransId="{7109ABB6-B9CC-4B17-B949-FD91FBE252F0}" sibTransId="{54A664B8-06B8-422F-9B6C-20547DA52FE5}"/>
    <dgm:cxn modelId="{C2BC255E-9DF5-4814-A06E-1FF89440C74E}" srcId="{EDC95B50-967C-4A44-A2C4-FF277AA23C1B}" destId="{51092310-59AB-405A-A0A5-B6423E33A768}" srcOrd="0" destOrd="0" parTransId="{53AE1603-57CD-4B9F-977E-43D770994199}" sibTransId="{DBD100DD-61F3-422D-B21D-80357B867345}"/>
    <dgm:cxn modelId="{FDDD9F7A-9941-4A52-8267-0E6F7B534ED1}" type="presOf" srcId="{C8260BB0-8D7C-4BBA-AF08-E39DD8232528}" destId="{0A724AFD-2325-46B3-88F9-626C87C2CB3A}" srcOrd="0" destOrd="0" presId="urn:microsoft.com/office/officeart/2005/8/layout/hierarchy1"/>
    <dgm:cxn modelId="{CBA5DA6F-ED49-477C-B10F-9F8EFB10B7D4}" type="presOf" srcId="{88965A83-2D13-49FB-94D3-A11B58A13D47}" destId="{FD541B58-F039-437F-9C64-7E9A456DEAAF}" srcOrd="0" destOrd="0" presId="urn:microsoft.com/office/officeart/2005/8/layout/hierarchy1"/>
    <dgm:cxn modelId="{C905F7B7-15C4-4311-B0D9-363E87E0FF62}" type="presOf" srcId="{E39F46E7-523D-46A9-8DF9-10435810EEB5}" destId="{8401008E-BCA9-46C1-A8AA-5629B291A5BE}" srcOrd="0" destOrd="0" presId="urn:microsoft.com/office/officeart/2005/8/layout/hierarchy1"/>
    <dgm:cxn modelId="{4E1BC955-040C-495B-9911-6AB6E1E5F112}" type="presOf" srcId="{EDC95B50-967C-4A44-A2C4-FF277AA23C1B}" destId="{9D91B90E-D7B7-4315-8F75-A794C92E107C}" srcOrd="0" destOrd="0" presId="urn:microsoft.com/office/officeart/2005/8/layout/hierarchy1"/>
    <dgm:cxn modelId="{D3E75E0F-78EA-476E-B3C4-B847F4ABBA03}" type="presOf" srcId="{6057C860-FDC4-4FE9-8F26-28C59B7E220E}" destId="{39BF2DF7-45A1-45F9-80BD-ADEDB5D3EF93}" srcOrd="0" destOrd="0" presId="urn:microsoft.com/office/officeart/2005/8/layout/hierarchy1"/>
    <dgm:cxn modelId="{2C8243A2-4BB6-4526-8331-70E851788B16}" type="presParOf" srcId="{39BF2DF7-45A1-45F9-80BD-ADEDB5D3EF93}" destId="{AFB81C8C-EC9E-44C7-A64D-8DA523BC5467}" srcOrd="0" destOrd="0" presId="urn:microsoft.com/office/officeart/2005/8/layout/hierarchy1"/>
    <dgm:cxn modelId="{A84446F6-621D-4F0C-B56E-CA7381AF655F}" type="presParOf" srcId="{AFB81C8C-EC9E-44C7-A64D-8DA523BC5467}" destId="{44A969B9-57C5-4C8C-BC01-003B0CDA24B3}" srcOrd="0" destOrd="0" presId="urn:microsoft.com/office/officeart/2005/8/layout/hierarchy1"/>
    <dgm:cxn modelId="{9CD08F6E-398E-469B-B262-17131EA8A7D6}" type="presParOf" srcId="{44A969B9-57C5-4C8C-BC01-003B0CDA24B3}" destId="{535ECCA4-BB61-475A-9240-D7D0A274825E}" srcOrd="0" destOrd="0" presId="urn:microsoft.com/office/officeart/2005/8/layout/hierarchy1"/>
    <dgm:cxn modelId="{06266C9D-EA5D-45BA-A24B-81B2F0AA34A9}" type="presParOf" srcId="{44A969B9-57C5-4C8C-BC01-003B0CDA24B3}" destId="{8401008E-BCA9-46C1-A8AA-5629B291A5BE}" srcOrd="1" destOrd="0" presId="urn:microsoft.com/office/officeart/2005/8/layout/hierarchy1"/>
    <dgm:cxn modelId="{AA2F9758-51A7-4287-81A3-7F8E4B3B52E6}" type="presParOf" srcId="{AFB81C8C-EC9E-44C7-A64D-8DA523BC5467}" destId="{D2E24AEE-A0EB-4CD4-B8FA-C8DB2F51B352}" srcOrd="1" destOrd="0" presId="urn:microsoft.com/office/officeart/2005/8/layout/hierarchy1"/>
    <dgm:cxn modelId="{686F784A-6A22-4331-836B-43A7EC61B90E}" type="presParOf" srcId="{D2E24AEE-A0EB-4CD4-B8FA-C8DB2F51B352}" destId="{A00F572C-2B88-46C0-BA08-BB8B2AD10AD5}" srcOrd="0" destOrd="0" presId="urn:microsoft.com/office/officeart/2005/8/layout/hierarchy1"/>
    <dgm:cxn modelId="{0B47BB4F-E267-461F-A2F7-F7001C626714}" type="presParOf" srcId="{D2E24AEE-A0EB-4CD4-B8FA-C8DB2F51B352}" destId="{047B82F3-01C8-4306-9454-7FBC9F77297C}" srcOrd="1" destOrd="0" presId="urn:microsoft.com/office/officeart/2005/8/layout/hierarchy1"/>
    <dgm:cxn modelId="{DC56D445-5E93-47EB-80B2-427C76C152AA}" type="presParOf" srcId="{047B82F3-01C8-4306-9454-7FBC9F77297C}" destId="{8C320500-8C94-4A29-B748-203B148C163E}" srcOrd="0" destOrd="0" presId="urn:microsoft.com/office/officeart/2005/8/layout/hierarchy1"/>
    <dgm:cxn modelId="{34CD1A8B-816A-4139-B3E5-D397C2617D97}" type="presParOf" srcId="{8C320500-8C94-4A29-B748-203B148C163E}" destId="{F4C304BB-36FD-45C7-BEEE-BC6684761FA0}" srcOrd="0" destOrd="0" presId="urn:microsoft.com/office/officeart/2005/8/layout/hierarchy1"/>
    <dgm:cxn modelId="{C6C1A20C-1F90-4DCC-8E7C-84C328B99EDA}" type="presParOf" srcId="{8C320500-8C94-4A29-B748-203B148C163E}" destId="{9D91B90E-D7B7-4315-8F75-A794C92E107C}" srcOrd="1" destOrd="0" presId="urn:microsoft.com/office/officeart/2005/8/layout/hierarchy1"/>
    <dgm:cxn modelId="{A8C4374A-C734-4E1E-8E9F-EFAAC9184E84}" type="presParOf" srcId="{047B82F3-01C8-4306-9454-7FBC9F77297C}" destId="{D8FAAE0C-7FC4-4EA5-84B0-844E7C370A84}" srcOrd="1" destOrd="0" presId="urn:microsoft.com/office/officeart/2005/8/layout/hierarchy1"/>
    <dgm:cxn modelId="{52B4C114-049E-4CD8-B93A-7C715D370421}" type="presParOf" srcId="{D8FAAE0C-7FC4-4EA5-84B0-844E7C370A84}" destId="{A5878E7E-0D92-4D5D-87A2-C644DB93ABD2}" srcOrd="0" destOrd="0" presId="urn:microsoft.com/office/officeart/2005/8/layout/hierarchy1"/>
    <dgm:cxn modelId="{F738329E-E59B-4DE2-876A-37E6491F62B9}" type="presParOf" srcId="{D8FAAE0C-7FC4-4EA5-84B0-844E7C370A84}" destId="{478AF4A7-02BB-4F86-841C-7FF95F60F76A}" srcOrd="1" destOrd="0" presId="urn:microsoft.com/office/officeart/2005/8/layout/hierarchy1"/>
    <dgm:cxn modelId="{1947731C-1883-41D1-9507-8B936F61CCC0}" type="presParOf" srcId="{478AF4A7-02BB-4F86-841C-7FF95F60F76A}" destId="{AE1088F3-C521-4169-8544-1C4E76A8FE4C}" srcOrd="0" destOrd="0" presId="urn:microsoft.com/office/officeart/2005/8/layout/hierarchy1"/>
    <dgm:cxn modelId="{FA70566E-BAEB-4C2D-8238-BC2092BF9714}" type="presParOf" srcId="{AE1088F3-C521-4169-8544-1C4E76A8FE4C}" destId="{B50F5498-C682-4FFE-8653-144357169EE5}" srcOrd="0" destOrd="0" presId="urn:microsoft.com/office/officeart/2005/8/layout/hierarchy1"/>
    <dgm:cxn modelId="{6BA2700D-06EB-403B-9BE1-D6E7B5B1AF84}" type="presParOf" srcId="{AE1088F3-C521-4169-8544-1C4E76A8FE4C}" destId="{141E3418-36CC-4BFC-9D68-39D8EFB1E0FC}" srcOrd="1" destOrd="0" presId="urn:microsoft.com/office/officeart/2005/8/layout/hierarchy1"/>
    <dgm:cxn modelId="{7C35AA7E-0EC5-431B-B143-A7286555B48A}" type="presParOf" srcId="{478AF4A7-02BB-4F86-841C-7FF95F60F76A}" destId="{AFB56574-0CB7-4238-9F7C-3215B4EC8256}" srcOrd="1" destOrd="0" presId="urn:microsoft.com/office/officeart/2005/8/layout/hierarchy1"/>
    <dgm:cxn modelId="{9A73D5F7-64E4-4614-BB74-09D98673B5D0}" type="presParOf" srcId="{D8FAAE0C-7FC4-4EA5-84B0-844E7C370A84}" destId="{A65C51AA-C5A9-449E-9441-D5028AD89F15}" srcOrd="2" destOrd="0" presId="urn:microsoft.com/office/officeart/2005/8/layout/hierarchy1"/>
    <dgm:cxn modelId="{92593C1E-B7D9-4171-9EE3-6ABB16650B68}" type="presParOf" srcId="{D8FAAE0C-7FC4-4EA5-84B0-844E7C370A84}" destId="{E7EB87AB-9CF5-4B5A-9111-5EFF9BCC2CC6}" srcOrd="3" destOrd="0" presId="urn:microsoft.com/office/officeart/2005/8/layout/hierarchy1"/>
    <dgm:cxn modelId="{AF20ED13-7F0B-49C9-8CD3-092C9B29B5C1}" type="presParOf" srcId="{E7EB87AB-9CF5-4B5A-9111-5EFF9BCC2CC6}" destId="{E7857A8F-28C9-48C0-A2F3-E34DCA775843}" srcOrd="0" destOrd="0" presId="urn:microsoft.com/office/officeart/2005/8/layout/hierarchy1"/>
    <dgm:cxn modelId="{55A087DE-F31E-456B-8DC1-44A648345261}" type="presParOf" srcId="{E7857A8F-28C9-48C0-A2F3-E34DCA775843}" destId="{FEAF9AFE-6AA3-4BAC-9AC0-77D04605DEB6}" srcOrd="0" destOrd="0" presId="urn:microsoft.com/office/officeart/2005/8/layout/hierarchy1"/>
    <dgm:cxn modelId="{B0486D76-8953-405B-BEF2-BDD17C247519}" type="presParOf" srcId="{E7857A8F-28C9-48C0-A2F3-E34DCA775843}" destId="{6D43F483-0FAC-427B-8139-319E9AB28E97}" srcOrd="1" destOrd="0" presId="urn:microsoft.com/office/officeart/2005/8/layout/hierarchy1"/>
    <dgm:cxn modelId="{F64D25E5-262B-4B9C-9E9B-74905098D222}" type="presParOf" srcId="{E7EB87AB-9CF5-4B5A-9111-5EFF9BCC2CC6}" destId="{EC3AD9A5-4D76-4A81-8015-BAB79A5308FB}" srcOrd="1" destOrd="0" presId="urn:microsoft.com/office/officeart/2005/8/layout/hierarchy1"/>
    <dgm:cxn modelId="{244F7F6A-3E52-45F3-9259-EC9B9C66A0EB}" type="presParOf" srcId="{D2E24AEE-A0EB-4CD4-B8FA-C8DB2F51B352}" destId="{FD541B58-F039-437F-9C64-7E9A456DEAAF}" srcOrd="2" destOrd="0" presId="urn:microsoft.com/office/officeart/2005/8/layout/hierarchy1"/>
    <dgm:cxn modelId="{60204E40-4207-4E6B-A954-DE20407C42AF}" type="presParOf" srcId="{D2E24AEE-A0EB-4CD4-B8FA-C8DB2F51B352}" destId="{77F6B456-3266-4B9D-8843-2185C7650C89}" srcOrd="3" destOrd="0" presId="urn:microsoft.com/office/officeart/2005/8/layout/hierarchy1"/>
    <dgm:cxn modelId="{247313B1-9DAA-4895-9C60-22D5FBEFE754}" type="presParOf" srcId="{77F6B456-3266-4B9D-8843-2185C7650C89}" destId="{022514F4-8C7E-4925-B094-02F5226CCCB5}" srcOrd="0" destOrd="0" presId="urn:microsoft.com/office/officeart/2005/8/layout/hierarchy1"/>
    <dgm:cxn modelId="{07964C4A-8BFF-43EE-B3B8-ECC846B067F8}" type="presParOf" srcId="{022514F4-8C7E-4925-B094-02F5226CCCB5}" destId="{30CD63B6-1C40-4E83-BB8B-EDD757D206BD}" srcOrd="0" destOrd="0" presId="urn:microsoft.com/office/officeart/2005/8/layout/hierarchy1"/>
    <dgm:cxn modelId="{3BCC1215-0AFB-44AC-B95E-C9975D7C5D17}" type="presParOf" srcId="{022514F4-8C7E-4925-B094-02F5226CCCB5}" destId="{0A724AFD-2325-46B3-88F9-626C87C2CB3A}" srcOrd="1" destOrd="0" presId="urn:microsoft.com/office/officeart/2005/8/layout/hierarchy1"/>
    <dgm:cxn modelId="{E4FBE387-4112-49DF-830F-0603BA22D964}" type="presParOf" srcId="{77F6B456-3266-4B9D-8843-2185C7650C89}" destId="{84D6D678-C790-45C7-B33C-7248AC58A335}" srcOrd="1" destOrd="0" presId="urn:microsoft.com/office/officeart/2005/8/layout/hierarchy1"/>
    <dgm:cxn modelId="{7D9936B6-DCE3-42C0-889D-54B43D5F710F}" type="presParOf" srcId="{84D6D678-C790-45C7-B33C-7248AC58A335}" destId="{80D29A30-8345-46ED-B404-F5786CF368B2}" srcOrd="0" destOrd="0" presId="urn:microsoft.com/office/officeart/2005/8/layout/hierarchy1"/>
    <dgm:cxn modelId="{5ED0F488-8BEB-4B02-B726-9975BA012F00}" type="presParOf" srcId="{84D6D678-C790-45C7-B33C-7248AC58A335}" destId="{89E87169-702E-420F-BD41-9E188206B251}" srcOrd="1" destOrd="0" presId="urn:microsoft.com/office/officeart/2005/8/layout/hierarchy1"/>
    <dgm:cxn modelId="{6C142BD6-360A-40B9-83C7-B255B3107DCF}" type="presParOf" srcId="{89E87169-702E-420F-BD41-9E188206B251}" destId="{69325E52-19F9-421B-8F07-06846FD37B31}" srcOrd="0" destOrd="0" presId="urn:microsoft.com/office/officeart/2005/8/layout/hierarchy1"/>
    <dgm:cxn modelId="{6D08A6C8-4842-46CF-9F71-5E54247EE1DB}" type="presParOf" srcId="{69325E52-19F9-421B-8F07-06846FD37B31}" destId="{2C110467-D271-4A87-A53F-EB5B27106589}" srcOrd="0" destOrd="0" presId="urn:microsoft.com/office/officeart/2005/8/layout/hierarchy1"/>
    <dgm:cxn modelId="{B783336B-EA16-4F35-BD92-E6272FC8F86F}" type="presParOf" srcId="{69325E52-19F9-421B-8F07-06846FD37B31}" destId="{66835178-8FC1-4918-AF44-184DE9DB298B}" srcOrd="1" destOrd="0" presId="urn:microsoft.com/office/officeart/2005/8/layout/hierarchy1"/>
    <dgm:cxn modelId="{C2E34AB4-B431-448B-BA9C-40049463B79F}" type="presParOf" srcId="{89E87169-702E-420F-BD41-9E188206B251}" destId="{6215BAE1-201D-4A6C-A090-34C5EC6DF947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0D29A30-8345-46ED-B404-F5786CF368B2}">
      <dsp:nvSpPr>
        <dsp:cNvPr id="0" name=""/>
        <dsp:cNvSpPr/>
      </dsp:nvSpPr>
      <dsp:spPr>
        <a:xfrm>
          <a:off x="9052367" y="3163146"/>
          <a:ext cx="91440" cy="674557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674557"/>
              </a:lnTo>
            </a:path>
          </a:pathLst>
        </a:custGeom>
        <a:noFill/>
        <a:ln w="254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  <a:scene3d>
          <a:camera prst="orthographicFront"/>
          <a:lightRig rig="flat" dir="t"/>
        </a:scene3d>
        <a:sp3d prstMaterial="matte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D541B58-F039-437F-9C64-7E9A456DEAAF}">
      <dsp:nvSpPr>
        <dsp:cNvPr id="0" name=""/>
        <dsp:cNvSpPr/>
      </dsp:nvSpPr>
      <dsp:spPr>
        <a:xfrm>
          <a:off x="6292680" y="1327670"/>
          <a:ext cx="2805407" cy="674557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459691"/>
              </a:lnTo>
              <a:lnTo>
                <a:pt x="2805407" y="459691"/>
              </a:lnTo>
              <a:lnTo>
                <a:pt x="2805407" y="674557"/>
              </a:lnTo>
            </a:path>
          </a:pathLst>
        </a:custGeom>
        <a:noFill/>
        <a:ln w="254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  <a:scene3d>
          <a:camera prst="orthographicFront"/>
          <a:lightRig rig="flat" dir="t"/>
        </a:scene3d>
        <a:sp3d prstMaterial="matte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65C51AA-C5A9-449E-9441-D5028AD89F15}">
      <dsp:nvSpPr>
        <dsp:cNvPr id="0" name=""/>
        <dsp:cNvSpPr/>
      </dsp:nvSpPr>
      <dsp:spPr>
        <a:xfrm>
          <a:off x="3487273" y="3163146"/>
          <a:ext cx="1870271" cy="674557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459691"/>
              </a:lnTo>
              <a:lnTo>
                <a:pt x="1870271" y="459691"/>
              </a:lnTo>
              <a:lnTo>
                <a:pt x="1870271" y="674557"/>
              </a:lnTo>
            </a:path>
          </a:pathLst>
        </a:custGeom>
        <a:noFill/>
        <a:ln w="254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  <a:scene3d>
          <a:camera prst="orthographicFront"/>
          <a:lightRig rig="flat" dir="t"/>
        </a:scene3d>
        <a:sp3d prstMaterial="matte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5878E7E-0D92-4D5D-87A2-C644DB93ABD2}">
      <dsp:nvSpPr>
        <dsp:cNvPr id="0" name=""/>
        <dsp:cNvSpPr/>
      </dsp:nvSpPr>
      <dsp:spPr>
        <a:xfrm>
          <a:off x="1617001" y="3163146"/>
          <a:ext cx="1870271" cy="674557"/>
        </a:xfrm>
        <a:custGeom>
          <a:avLst/>
          <a:gdLst/>
          <a:ahLst/>
          <a:cxnLst/>
          <a:rect l="0" t="0" r="0" b="0"/>
          <a:pathLst>
            <a:path>
              <a:moveTo>
                <a:pt x="1870271" y="0"/>
              </a:moveTo>
              <a:lnTo>
                <a:pt x="1870271" y="459691"/>
              </a:lnTo>
              <a:lnTo>
                <a:pt x="0" y="459691"/>
              </a:lnTo>
              <a:lnTo>
                <a:pt x="0" y="674557"/>
              </a:lnTo>
            </a:path>
          </a:pathLst>
        </a:custGeom>
        <a:noFill/>
        <a:ln w="254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  <a:scene3d>
          <a:camera prst="orthographicFront"/>
          <a:lightRig rig="flat" dir="t"/>
        </a:scene3d>
        <a:sp3d prstMaterial="matte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00F572C-2B88-46C0-BA08-BB8B2AD10AD5}">
      <dsp:nvSpPr>
        <dsp:cNvPr id="0" name=""/>
        <dsp:cNvSpPr/>
      </dsp:nvSpPr>
      <dsp:spPr>
        <a:xfrm>
          <a:off x="3487273" y="1327670"/>
          <a:ext cx="2805407" cy="674557"/>
        </a:xfrm>
        <a:custGeom>
          <a:avLst/>
          <a:gdLst/>
          <a:ahLst/>
          <a:cxnLst/>
          <a:rect l="0" t="0" r="0" b="0"/>
          <a:pathLst>
            <a:path>
              <a:moveTo>
                <a:pt x="2805407" y="0"/>
              </a:moveTo>
              <a:lnTo>
                <a:pt x="2805407" y="459691"/>
              </a:lnTo>
              <a:lnTo>
                <a:pt x="0" y="459691"/>
              </a:lnTo>
              <a:lnTo>
                <a:pt x="0" y="674557"/>
              </a:lnTo>
            </a:path>
          </a:pathLst>
        </a:custGeom>
        <a:noFill/>
        <a:ln w="254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  <a:scene3d>
          <a:camera prst="orthographicFront"/>
          <a:lightRig rig="flat" dir="t"/>
        </a:scene3d>
        <a:sp3d prstMaterial="matte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35ECCA4-BB61-475A-9240-D7D0A274825E}">
      <dsp:nvSpPr>
        <dsp:cNvPr id="0" name=""/>
        <dsp:cNvSpPr/>
      </dsp:nvSpPr>
      <dsp:spPr>
        <a:xfrm>
          <a:off x="4680119" y="166751"/>
          <a:ext cx="3225121" cy="1160918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1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8401008E-BCA9-46C1-A8AA-5629B291A5BE}">
      <dsp:nvSpPr>
        <dsp:cNvPr id="0" name=""/>
        <dsp:cNvSpPr/>
      </dsp:nvSpPr>
      <dsp:spPr>
        <a:xfrm>
          <a:off x="4937830" y="411576"/>
          <a:ext cx="3225121" cy="1160918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z="190500" extrusionH="12700" prstMaterial="plastic">
          <a:bevelT w="50800" h="50800"/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lvl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600" kern="1200" dirty="0" err="1" smtClean="0"/>
            <a:t>Thymeleaf</a:t>
          </a:r>
          <a:r>
            <a:rPr lang="en-US" sz="2600" kern="1200" dirty="0" smtClean="0"/>
            <a:t> Template</a:t>
          </a:r>
          <a:endParaRPr lang="en-US" sz="2600" kern="1200" dirty="0"/>
        </a:p>
      </dsp:txBody>
      <dsp:txXfrm>
        <a:off x="4971832" y="445578"/>
        <a:ext cx="3157117" cy="1092914"/>
      </dsp:txXfrm>
    </dsp:sp>
    <dsp:sp modelId="{F4C304BB-36FD-45C7-BEEE-BC6684761FA0}">
      <dsp:nvSpPr>
        <dsp:cNvPr id="0" name=""/>
        <dsp:cNvSpPr/>
      </dsp:nvSpPr>
      <dsp:spPr>
        <a:xfrm>
          <a:off x="1874712" y="2002228"/>
          <a:ext cx="3225121" cy="1160918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2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9D91B90E-D7B7-4315-8F75-A794C92E107C}">
      <dsp:nvSpPr>
        <dsp:cNvPr id="0" name=""/>
        <dsp:cNvSpPr/>
      </dsp:nvSpPr>
      <dsp:spPr>
        <a:xfrm>
          <a:off x="2132423" y="2247053"/>
          <a:ext cx="3225121" cy="1160918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z="190500" extrusionH="12700" prstMaterial="plastic">
          <a:bevelT w="50800" h="50800"/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lvl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600" kern="1200" dirty="0" smtClean="0"/>
            <a:t>Directives</a:t>
          </a:r>
          <a:endParaRPr lang="en-US" sz="2600" kern="1200" dirty="0"/>
        </a:p>
      </dsp:txBody>
      <dsp:txXfrm>
        <a:off x="2166425" y="2281055"/>
        <a:ext cx="3157117" cy="1092914"/>
      </dsp:txXfrm>
    </dsp:sp>
    <dsp:sp modelId="{B50F5498-C682-4FFE-8653-144357169EE5}">
      <dsp:nvSpPr>
        <dsp:cNvPr id="0" name=""/>
        <dsp:cNvSpPr/>
      </dsp:nvSpPr>
      <dsp:spPr>
        <a:xfrm>
          <a:off x="4440" y="3837704"/>
          <a:ext cx="3225121" cy="1160918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3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141E3418-36CC-4BFC-9D68-39D8EFB1E0FC}">
      <dsp:nvSpPr>
        <dsp:cNvPr id="0" name=""/>
        <dsp:cNvSpPr/>
      </dsp:nvSpPr>
      <dsp:spPr>
        <a:xfrm>
          <a:off x="262151" y="4082529"/>
          <a:ext cx="3225121" cy="1160918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z="190500" extrusionH="12700" prstMaterial="plastic">
          <a:bevelT w="50800" h="50800"/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lvl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600" kern="1200" dirty="0" smtClean="0"/>
            <a:t>New Directive</a:t>
          </a:r>
        </a:p>
        <a:p>
          <a:pPr lvl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600" kern="1200" dirty="0" smtClean="0"/>
            <a:t>(</a:t>
          </a:r>
          <a:r>
            <a:rPr lang="en-US" sz="2600" kern="1200" dirty="0" err="1" smtClean="0"/>
            <a:t>th:</a:t>
          </a:r>
          <a:r>
            <a:rPr lang="en-US" sz="2600" b="1" kern="1200" dirty="0" err="1" smtClean="0">
              <a:solidFill>
                <a:srgbClr val="0000FF"/>
              </a:solidFill>
            </a:rPr>
            <a:t>text</a:t>
          </a:r>
          <a:r>
            <a:rPr lang="en-US" sz="2600" kern="1200" dirty="0" smtClean="0"/>
            <a:t>)</a:t>
          </a:r>
          <a:endParaRPr lang="en-US" sz="2600" kern="1200" dirty="0"/>
        </a:p>
      </dsp:txBody>
      <dsp:txXfrm>
        <a:off x="296153" y="4116531"/>
        <a:ext cx="3157117" cy="1092914"/>
      </dsp:txXfrm>
    </dsp:sp>
    <dsp:sp modelId="{FEAF9AFE-6AA3-4BAC-9AC0-77D04605DEB6}">
      <dsp:nvSpPr>
        <dsp:cNvPr id="0" name=""/>
        <dsp:cNvSpPr/>
      </dsp:nvSpPr>
      <dsp:spPr>
        <a:xfrm>
          <a:off x="3744983" y="3837704"/>
          <a:ext cx="3225121" cy="1160918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3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6D43F483-0FAC-427B-8139-319E9AB28E97}">
      <dsp:nvSpPr>
        <dsp:cNvPr id="0" name=""/>
        <dsp:cNvSpPr/>
      </dsp:nvSpPr>
      <dsp:spPr>
        <a:xfrm>
          <a:off x="4002694" y="4082529"/>
          <a:ext cx="3225121" cy="1160918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z="190500" extrusionH="12700" prstMaterial="plastic">
          <a:bevelT w="50800" h="50800"/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lvl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600" kern="1200" dirty="0" smtClean="0"/>
            <a:t>Based on HTML</a:t>
          </a:r>
        </a:p>
        <a:p>
          <a:pPr lvl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600" kern="1200" dirty="0" smtClean="0"/>
            <a:t>(</a:t>
          </a:r>
          <a:r>
            <a:rPr lang="en-US" sz="2600" kern="1200" dirty="0" err="1" smtClean="0"/>
            <a:t>th:</a:t>
          </a:r>
          <a:r>
            <a:rPr lang="en-US" sz="2600" b="1" kern="1200" dirty="0" err="1" smtClean="0">
              <a:solidFill>
                <a:srgbClr val="0000FF"/>
              </a:solidFill>
            </a:rPr>
            <a:t>title</a:t>
          </a:r>
          <a:r>
            <a:rPr lang="en-US" sz="2600" kern="1200" dirty="0" smtClean="0"/>
            <a:t>)</a:t>
          </a:r>
          <a:endParaRPr lang="en-US" sz="2600" kern="1200" dirty="0"/>
        </a:p>
      </dsp:txBody>
      <dsp:txXfrm>
        <a:off x="4036696" y="4116531"/>
        <a:ext cx="3157117" cy="1092914"/>
      </dsp:txXfrm>
    </dsp:sp>
    <dsp:sp modelId="{30CD63B6-1C40-4E83-BB8B-EDD757D206BD}">
      <dsp:nvSpPr>
        <dsp:cNvPr id="0" name=""/>
        <dsp:cNvSpPr/>
      </dsp:nvSpPr>
      <dsp:spPr>
        <a:xfrm>
          <a:off x="7485526" y="2002228"/>
          <a:ext cx="3225121" cy="1160918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2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0A724AFD-2325-46B3-88F9-626C87C2CB3A}">
      <dsp:nvSpPr>
        <dsp:cNvPr id="0" name=""/>
        <dsp:cNvSpPr/>
      </dsp:nvSpPr>
      <dsp:spPr>
        <a:xfrm>
          <a:off x="7743237" y="2247053"/>
          <a:ext cx="3225121" cy="1160918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z="190500" extrusionH="12700" prstMaterial="plastic">
          <a:bevelT w="50800" h="50800"/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lvl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600" kern="1200" dirty="0" smtClean="0"/>
            <a:t>Expressions</a:t>
          </a:r>
          <a:endParaRPr lang="en-US" sz="2600" kern="1200" dirty="0"/>
        </a:p>
      </dsp:txBody>
      <dsp:txXfrm>
        <a:off x="7777239" y="2281055"/>
        <a:ext cx="3157117" cy="1092914"/>
      </dsp:txXfrm>
    </dsp:sp>
    <dsp:sp modelId="{2C110467-D271-4A87-A53F-EB5B27106589}">
      <dsp:nvSpPr>
        <dsp:cNvPr id="0" name=""/>
        <dsp:cNvSpPr/>
      </dsp:nvSpPr>
      <dsp:spPr>
        <a:xfrm>
          <a:off x="7485526" y="3837704"/>
          <a:ext cx="3225121" cy="1160918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3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66835178-8FC1-4918-AF44-184DE9DB298B}">
      <dsp:nvSpPr>
        <dsp:cNvPr id="0" name=""/>
        <dsp:cNvSpPr/>
      </dsp:nvSpPr>
      <dsp:spPr>
        <a:xfrm>
          <a:off x="7743237" y="4082529"/>
          <a:ext cx="3225121" cy="1160918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z="190500" extrusionH="12700" prstMaterial="plastic">
          <a:bevelT w="50800" h="50800"/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lvl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600" b="1" kern="1200" dirty="0" smtClean="0">
              <a:solidFill>
                <a:srgbClr val="0000FF"/>
              </a:solidFill>
            </a:rPr>
            <a:t>${}</a:t>
          </a:r>
          <a:r>
            <a:rPr lang="en-US" sz="2600" kern="1200" dirty="0" smtClean="0"/>
            <a:t>,</a:t>
          </a:r>
          <a:r>
            <a:rPr lang="en-US" sz="2600" b="1" kern="1200" dirty="0" smtClean="0">
              <a:solidFill>
                <a:srgbClr val="0000FF"/>
              </a:solidFill>
            </a:rPr>
            <a:t>*{}</a:t>
          </a:r>
          <a:r>
            <a:rPr lang="en-US" sz="2600" kern="1200" dirty="0" smtClean="0"/>
            <a:t>,</a:t>
          </a:r>
          <a:r>
            <a:rPr lang="en-US" sz="2600" b="1" kern="1200" dirty="0" smtClean="0">
              <a:solidFill>
                <a:srgbClr val="0000FF"/>
              </a:solidFill>
            </a:rPr>
            <a:t>@{}</a:t>
          </a:r>
          <a:r>
            <a:rPr lang="en-US" sz="2600" kern="1200" dirty="0" smtClean="0"/>
            <a:t>,</a:t>
          </a:r>
          <a:r>
            <a:rPr lang="en-US" sz="2600" b="1" kern="1200" dirty="0" smtClean="0">
              <a:solidFill>
                <a:srgbClr val="0000FF"/>
              </a:solidFill>
            </a:rPr>
            <a:t>~{}</a:t>
          </a:r>
          <a:r>
            <a:rPr lang="en-US" sz="2600" kern="1200" dirty="0" smtClean="0"/>
            <a:t>, </a:t>
          </a:r>
          <a:r>
            <a:rPr lang="en-US" sz="2600" b="1" kern="1200" dirty="0" smtClean="0">
              <a:solidFill>
                <a:srgbClr val="0000FF"/>
              </a:solidFill>
            </a:rPr>
            <a:t>#{}</a:t>
          </a:r>
          <a:endParaRPr lang="en-US" sz="2600" b="1" kern="1200" dirty="0">
            <a:solidFill>
              <a:srgbClr val="0000FF"/>
            </a:solidFill>
          </a:endParaRPr>
        </a:p>
      </dsp:txBody>
      <dsp:txXfrm>
        <a:off x="7777239" y="4116531"/>
        <a:ext cx="3157117" cy="109291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3d1">
  <dgm:title val=""/>
  <dgm:desc val=""/>
  <dgm:catLst>
    <dgm:cat type="3D" pri="111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flat" dir="t"/>
    </dgm:scene3d>
    <dgm:sp3d z="1270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flat" dir="t"/>
    </dgm:scene3d>
    <dgm:sp3d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flat" dir="t"/>
    </dgm:scene3d>
    <dgm:sp3d z="-1905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flat" dir="t"/>
    </dgm:scene3d>
    <dgm:sp3d z="-80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flat" dir="t"/>
    </dgm:scene3d>
    <dgm:sp3d z="127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flat" dir="t"/>
    </dgm:scene3d>
    <dgm:sp3d z="-1905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flat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flat" dir="t"/>
    </dgm:scene3d>
    <dgm:sp3d z="-10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FollowNode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flat" dir="t"/>
    </dgm:scene3d>
    <dgm:sp3d z="-190500" extrusionH="127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z="190500"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BE60FC1-C18A-41E1-B5B3-73A5F51CC4CD}" type="datetimeFigureOut">
              <a:rPr lang="en-US" smtClean="0"/>
              <a:pPr/>
              <a:t>12/23/2024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4D6F88A-F17F-491B-A558-A5E9980DD53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587253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810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19811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smtClean="0"/>
          </a:p>
        </p:txBody>
      </p:sp>
      <p:sp>
        <p:nvSpPr>
          <p:cNvPr id="126980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7522B80A-419E-4A25-A0FF-711AF4C34A54}" type="slidenum">
              <a:rPr lang="en-US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30</a:t>
            </a:fld>
            <a:endParaRPr lang="en-US" smtClean="0"/>
          </a:p>
        </p:txBody>
      </p:sp>
    </p:spTree>
    <p:extLst>
      <p:ext uri="{BB962C8B-B14F-4D97-AF65-F5344CB8AC3E}">
        <p14:creationId xmlns:p14="http://schemas.microsoft.com/office/powerpoint/2010/main" val="343616264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7" Type="http://schemas.microsoft.com/office/2007/relationships/hdphoto" Target="../media/hdphoto3.wdp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microsoft.com/office/2007/relationships/hdphoto" Target="../media/hdphoto2.wdp"/><Relationship Id="rId4" Type="http://schemas.openxmlformats.org/officeDocument/2006/relationships/image" Target="../media/image4.png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-4763" y="-4763"/>
            <a:ext cx="12201525" cy="6867525"/>
          </a:xfrm>
          <a:prstGeom prst="rect">
            <a:avLst/>
          </a:prstGeom>
        </p:spPr>
      </p:pic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486400" y="4953000"/>
            <a:ext cx="6705600" cy="990600"/>
          </a:xfrm>
        </p:spPr>
        <p:txBody>
          <a:bodyPr>
            <a:normAutofit/>
          </a:bodyPr>
          <a:lstStyle>
            <a:lvl1pPr marL="0" indent="0" algn="l">
              <a:buNone/>
              <a:defRPr sz="2200" b="1" cap="small" baseline="0"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itchFamily="34" charset="0"/>
                <a:cs typeface="Segoe UI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 smtClean="0"/>
              <a:t>Click to edit Master subtitle style</a:t>
            </a:r>
            <a:endParaRPr lang="en-US" dirty="0"/>
          </a:p>
        </p:txBody>
      </p:sp>
      <p:cxnSp>
        <p:nvCxnSpPr>
          <p:cNvPr id="6" name="Straight Connector 5"/>
          <p:cNvCxnSpPr/>
          <p:nvPr userDrawn="1"/>
        </p:nvCxnSpPr>
        <p:spPr>
          <a:xfrm>
            <a:off x="5583936" y="4953000"/>
            <a:ext cx="6303264" cy="0"/>
          </a:xfrm>
          <a:prstGeom prst="line">
            <a:avLst/>
          </a:prstGeom>
          <a:ln w="3175">
            <a:solidFill>
              <a:srgbClr val="FF5A33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Oval 7"/>
          <p:cNvSpPr/>
          <p:nvPr userDrawn="1"/>
        </p:nvSpPr>
        <p:spPr>
          <a:xfrm>
            <a:off x="1060704" y="2133600"/>
            <a:ext cx="3308096" cy="3048000"/>
          </a:xfrm>
          <a:prstGeom prst="ellipse">
            <a:avLst/>
          </a:prstGeom>
          <a:solidFill>
            <a:schemeClr val="bg1"/>
          </a:solidFill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5" name="Title 4"/>
          <p:cNvSpPr>
            <a:spLocks noGrp="1"/>
          </p:cNvSpPr>
          <p:nvPr>
            <p:ph type="title" hasCustomPrompt="1"/>
          </p:nvPr>
        </p:nvSpPr>
        <p:spPr>
          <a:xfrm>
            <a:off x="5506720" y="4284596"/>
            <a:ext cx="6100064" cy="704980"/>
          </a:xfrm>
        </p:spPr>
        <p:txBody>
          <a:bodyPr>
            <a:normAutofit/>
          </a:bodyPr>
          <a:lstStyle>
            <a:lvl1pPr algn="l">
              <a:defRPr lang="en-US" sz="3400" b="1" kern="1200" cap="small" baseline="0" dirty="0"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+mn-ea"/>
                <a:cs typeface="+mn-cs"/>
              </a:defRPr>
            </a:lvl1pPr>
          </a:lstStyle>
          <a:p>
            <a:r>
              <a:rPr lang="en-US" dirty="0" err="1" smtClean="0"/>
              <a:t>Tên</a:t>
            </a:r>
            <a:r>
              <a:rPr lang="en-US" dirty="0" smtClean="0"/>
              <a:t> </a:t>
            </a:r>
            <a:r>
              <a:rPr lang="en-US" dirty="0" err="1" smtClean="0"/>
              <a:t>môn</a:t>
            </a:r>
            <a:r>
              <a:rPr lang="en-US" dirty="0" smtClean="0"/>
              <a:t> </a:t>
            </a:r>
            <a:r>
              <a:rPr lang="en-US" dirty="0" err="1" smtClean="0"/>
              <a:t>học</a:t>
            </a:r>
            <a:endParaRPr lang="en-US" dirty="0"/>
          </a:p>
        </p:txBody>
      </p:sp>
      <p:sp>
        <p:nvSpPr>
          <p:cNvPr id="10" name="Picture Placeholder 9"/>
          <p:cNvSpPr>
            <a:spLocks noGrp="1"/>
          </p:cNvSpPr>
          <p:nvPr>
            <p:ph type="pic" sz="quarter" idx="10" hasCustomPrompt="1"/>
          </p:nvPr>
        </p:nvSpPr>
        <p:spPr>
          <a:xfrm>
            <a:off x="1016000" y="2743200"/>
            <a:ext cx="3352800" cy="1828800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 smtClean="0"/>
              <a:t>Logo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455373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ipple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35202" y="274638"/>
            <a:ext cx="9347198" cy="487362"/>
          </a:xfrm>
        </p:spPr>
        <p:txBody>
          <a:bodyPr>
            <a:noAutofit/>
          </a:bodyPr>
          <a:lstStyle>
            <a:lvl1pPr algn="r">
              <a:defRPr sz="2800" b="1" cap="small" baseline="0"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itchFamily="34" charset="0"/>
                <a:cs typeface="Segoe UI" pitchFamily="34" charset="0"/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066800"/>
            <a:ext cx="10972800" cy="5257800"/>
          </a:xfrm>
        </p:spPr>
        <p:txBody>
          <a:bodyPr>
            <a:normAutofit/>
          </a:bodyPr>
          <a:lstStyle>
            <a:lvl1pPr marL="342900" indent="-342900">
              <a:buClr>
                <a:srgbClr val="FF5A33"/>
              </a:buClr>
              <a:buFont typeface="Wingdings" pitchFamily="2" charset="2"/>
              <a:buChar char="q"/>
              <a:defRPr sz="2800">
                <a:latin typeface="Segoe UI" pitchFamily="34" charset="0"/>
                <a:cs typeface="Segoe UI" pitchFamily="34" charset="0"/>
              </a:defRPr>
            </a:lvl1pPr>
            <a:lvl2pPr marL="742950" indent="-285750">
              <a:buClr>
                <a:srgbClr val="FF5A33"/>
              </a:buClr>
              <a:buFont typeface="Wingdings" pitchFamily="2" charset="2"/>
              <a:buChar char="v"/>
              <a:defRPr sz="2400">
                <a:latin typeface="Segoe UI" pitchFamily="34" charset="0"/>
                <a:cs typeface="Segoe UI" pitchFamily="34" charset="0"/>
              </a:defRPr>
            </a:lvl2pPr>
            <a:lvl3pPr marL="1143000" indent="-228600">
              <a:buClr>
                <a:srgbClr val="FF5A33"/>
              </a:buClr>
              <a:buFont typeface="Wingdings" pitchFamily="2" charset="2"/>
              <a:buChar char="Ø"/>
              <a:defRPr sz="2000">
                <a:latin typeface="Segoe UI" pitchFamily="34" charset="0"/>
                <a:cs typeface="Segoe UI" pitchFamily="34" charset="0"/>
              </a:defRPr>
            </a:lvl3pPr>
            <a:lvl4pPr marL="1600200" indent="-228600">
              <a:buClr>
                <a:srgbClr val="FF5A33"/>
              </a:buClr>
              <a:buFont typeface="Wingdings" pitchFamily="2" charset="2"/>
              <a:buChar char="ü"/>
              <a:defRPr sz="1800">
                <a:latin typeface="Segoe UI" pitchFamily="34" charset="0"/>
                <a:cs typeface="Segoe UI" pitchFamily="34" charset="0"/>
              </a:defRPr>
            </a:lvl4pPr>
            <a:lvl5pPr marL="2057400" indent="-228600">
              <a:buClr>
                <a:srgbClr val="FF5A33"/>
              </a:buClr>
              <a:buFont typeface="Wingdings" pitchFamily="2" charset="2"/>
              <a:buChar char="§"/>
              <a:defRPr sz="1800">
                <a:latin typeface="Segoe UI" pitchFamily="34" charset="0"/>
                <a:cs typeface="Segoe UI" pitchFamily="34" charset="0"/>
              </a:defRPr>
            </a:lvl5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61BFD7-1BFB-4165-B6C8-93BD150BB7E4}" type="datetimeFigureOut">
              <a:rPr lang="en-US" smtClean="0"/>
              <a:t>12/23/2024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ACEE26-D979-411F-B229-D9F26BAEDF07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" y="156573"/>
            <a:ext cx="1625602" cy="713824"/>
          </a:xfrm>
          <a:prstGeom prst="rect">
            <a:avLst/>
          </a:prstGeom>
        </p:spPr>
      </p:pic>
      <p:cxnSp>
        <p:nvCxnSpPr>
          <p:cNvPr id="9" name="Straight Connector 8"/>
          <p:cNvCxnSpPr/>
          <p:nvPr userDrawn="1"/>
        </p:nvCxnSpPr>
        <p:spPr>
          <a:xfrm>
            <a:off x="609600" y="838200"/>
            <a:ext cx="10972800" cy="0"/>
          </a:xfrm>
          <a:prstGeom prst="line">
            <a:avLst/>
          </a:prstGeom>
          <a:ln w="38100">
            <a:solidFill>
              <a:srgbClr val="FF99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574001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ipple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61BFD7-1BFB-4165-B6C8-93BD150BB7E4}" type="datetimeFigureOut">
              <a:rPr lang="en-US" smtClean="0"/>
              <a:t>12/23/2024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ACEE26-D979-411F-B229-D9F26BAEDF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28401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ipple/>
      </p:transition>
    </mc:Choice>
    <mc:Fallback xmlns=""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61BFD7-1BFB-4165-B6C8-93BD150BB7E4}" type="datetimeFigureOut">
              <a:rPr lang="en-US" smtClean="0"/>
              <a:t>12/23/2024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ACEE26-D979-411F-B229-D9F26BAEDF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3715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ipple/>
      </p:transition>
    </mc:Choice>
    <mc:Fallback xmlns=""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61BFD7-1BFB-4165-B6C8-93BD150BB7E4}" type="datetimeFigureOut">
              <a:rPr lang="en-US" smtClean="0"/>
              <a:t>12/23/2024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ACEE26-D979-411F-B229-D9F26BAEDF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04542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ipple/>
      </p:transition>
    </mc:Choice>
    <mc:Fallback xmlns=""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61BFD7-1BFB-4165-B6C8-93BD150BB7E4}" type="datetimeFigureOut">
              <a:rPr lang="en-US" smtClean="0"/>
              <a:t>12/23/2024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ACEE26-D979-411F-B229-D9F26BAEDF07}" type="slidenum">
              <a:rPr lang="en-US" smtClean="0"/>
              <a:t>‹#›</a:t>
            </a:fld>
            <a:endParaRPr lang="en-US"/>
          </a:p>
        </p:txBody>
      </p:sp>
      <p:sp>
        <p:nvSpPr>
          <p:cNvPr id="6" name="Rectangle 5"/>
          <p:cNvSpPr/>
          <p:nvPr userDrawn="1"/>
        </p:nvSpPr>
        <p:spPr>
          <a:xfrm>
            <a:off x="2032000" y="2551018"/>
            <a:ext cx="8534400" cy="326475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>
              <a:solidFill>
                <a:schemeClr val="bg1"/>
              </a:solidFill>
            </a:endParaRPr>
          </a:p>
        </p:txBody>
      </p:sp>
      <p:pic>
        <p:nvPicPr>
          <p:cNvPr id="8" name="Picture 2" descr="http://uconndigitalarts.com/wp-content/uploads/2013/04/original.jpg"/>
          <p:cNvPicPr>
            <a:picLocks noChangeAspect="1" noChangeArrowheads="1"/>
          </p:cNvPicPr>
          <p:nvPr userDrawn="1"/>
        </p:nvPicPr>
        <p:blipFill rotWithShape="1"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000" b="90000" l="3958" r="96146">
                        <a14:backgroundMark x1="16667" y1="54630" x2="86042" y2="55185"/>
                        <a14:backgroundMark x1="90625" y1="53889" x2="93125" y2="53889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43978" b="41311"/>
          <a:stretch/>
        </p:blipFill>
        <p:spPr bwMode="auto">
          <a:xfrm flipH="1">
            <a:off x="3732707" y="2575401"/>
            <a:ext cx="4568091" cy="2838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2" descr="C:\Users\powerpoint.vn\Downloads\1e2cd4b177168ad16ce2e7c504bba4d2.x400.jpeg"/>
          <p:cNvPicPr>
            <a:picLocks noChangeAspect="1" noChangeArrowheads="1"/>
          </p:cNvPicPr>
          <p:nvPr userDrawn="1"/>
        </p:nvPicPr>
        <p:blipFill rotWithShape="1">
          <a:blip r:embed="rId4" cstate="print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1750" b="81000" l="9971" r="89736">
                        <a14:backgroundMark x1="33724" y1="42750" x2="69208" y2="55250"/>
                        <a14:backgroundMark x1="25806" y1="33250" x2="25806" y2="37500"/>
                        <a14:backgroundMark x1="26100" y1="32250" x2="26100" y2="32250"/>
                        <a14:backgroundMark x1="70674" y1="35750" x2="70674" y2="35750"/>
                        <a14:backgroundMark x1="76246" y1="31250" x2="76246" y2="31250"/>
                        <a14:backgroundMark x1="70968" y1="34750" x2="70968" y2="34750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b="55710"/>
          <a:stretch/>
        </p:blipFill>
        <p:spPr bwMode="auto">
          <a:xfrm>
            <a:off x="2568620" y="609600"/>
            <a:ext cx="7257961" cy="28280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TextBox 10"/>
          <p:cNvSpPr txBox="1"/>
          <p:nvPr userDrawn="1"/>
        </p:nvSpPr>
        <p:spPr>
          <a:xfrm>
            <a:off x="4103893" y="3124200"/>
            <a:ext cx="4735308" cy="21390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7200" b="1" dirty="0" smtClean="0">
                <a:solidFill>
                  <a:schemeClr val="bg1"/>
                </a:solidFill>
              </a:rPr>
              <a:t>DEM</a:t>
            </a:r>
            <a:r>
              <a:rPr lang="en-US" sz="11500" b="1" dirty="0" smtClean="0">
                <a:solidFill>
                  <a:schemeClr val="bg1"/>
                </a:solidFill>
              </a:rPr>
              <a:t>O</a:t>
            </a:r>
          </a:p>
          <a:p>
            <a:endParaRPr lang="en-US" sz="1800" dirty="0"/>
          </a:p>
        </p:txBody>
      </p:sp>
      <p:pic>
        <p:nvPicPr>
          <p:cNvPr id="10" name="Picture 2" descr="http://www.designofsignage.com/application/symbol/hands/image/600x600/hand-press-button-4.jpg"/>
          <p:cNvPicPr>
            <a:picLocks noChangeAspect="1" noChangeArrowheads="1"/>
          </p:cNvPicPr>
          <p:nvPr userDrawn="1"/>
        </p:nvPicPr>
        <p:blipFill>
          <a:blip r:embed="rId6" cstate="print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10000" b="99500" l="10000" r="90000">
                        <a14:foregroundMark x1="35833" y1="26500" x2="41500" y2="85000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16752" y="3568725"/>
            <a:ext cx="3488947" cy="26167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591965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ipple/>
      </p:transition>
    </mc:Choice>
    <mc:Fallback xmlns=""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61BFD7-1BFB-4165-B6C8-93BD150BB7E4}" type="datetimeFigureOut">
              <a:rPr lang="en-US" smtClean="0"/>
              <a:t>12/23/2024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ACEE26-D979-411F-B229-D9F26BAEDF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42089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61BFD7-1BFB-4165-B6C8-93BD150BB7E4}" type="datetimeFigureOut">
              <a:rPr lang="en-US" smtClean="0"/>
              <a:t>12/23/2024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ACEE26-D979-411F-B229-D9F26BAEDF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96359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61BFD7-1BFB-4165-B6C8-93BD150BB7E4}" type="datetimeFigureOut">
              <a:rPr lang="en-US" smtClean="0"/>
              <a:t>12/23/2024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ACEE26-D979-411F-B229-D9F26BAEDF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76594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61BFD7-1BFB-4165-B6C8-93BD150BB7E4}" type="datetimeFigureOut">
              <a:rPr lang="en-US" smtClean="0"/>
              <a:t>12/23/2024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ACEE26-D979-411F-B229-D9F26BAEDF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85005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61BFD7-1BFB-4165-B6C8-93BD150BB7E4}" type="datetimeFigureOut">
              <a:rPr lang="en-US" smtClean="0"/>
              <a:t>12/23/2024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ACEE26-D979-411F-B229-D9F26BAEDF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542669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&amp;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itle Placeholder 1"/>
          <p:cNvSpPr txBox="1">
            <a:spLocks/>
          </p:cNvSpPr>
          <p:nvPr userDrawn="1"/>
        </p:nvSpPr>
        <p:spPr>
          <a:xfrm>
            <a:off x="2946400" y="274638"/>
            <a:ext cx="8636000" cy="56356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 defTabSz="914400" rtl="0" eaLnBrk="1" latinLnBrk="0" hangingPunct="1">
              <a:spcBef>
                <a:spcPct val="0"/>
              </a:spcBef>
              <a:buNone/>
              <a:defRPr sz="3200" b="1" kern="1200" cap="small" baseline="0">
                <a:solidFill>
                  <a:srgbClr val="FF99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itchFamily="34" charset="0"/>
                <a:ea typeface="+mj-ea"/>
                <a:cs typeface="Segoe UI" pitchFamily="34" charset="0"/>
              </a:defRPr>
            </a:lvl1pPr>
          </a:lstStyle>
          <a:p>
            <a:r>
              <a:rPr lang="en-US" sz="3200" dirty="0" smtClean="0"/>
              <a:t>Click to edit Master title style</a:t>
            </a:r>
            <a:endParaRPr lang="en-US" sz="3200" dirty="0"/>
          </a:p>
        </p:txBody>
      </p:sp>
      <p:sp>
        <p:nvSpPr>
          <p:cNvPr id="4" name="Text Placeholder 2"/>
          <p:cNvSpPr>
            <a:spLocks noGrp="1"/>
          </p:cNvSpPr>
          <p:nvPr>
            <p:ph idx="1"/>
          </p:nvPr>
        </p:nvSpPr>
        <p:spPr>
          <a:xfrm>
            <a:off x="609600" y="990600"/>
            <a:ext cx="10972800" cy="5562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 smtClean="0"/>
              <a:t> Click to edit Master text styles</a:t>
            </a:r>
          </a:p>
          <a:p>
            <a:pPr lvl="1"/>
            <a:r>
              <a:rPr lang="en-US" dirty="0" smtClean="0"/>
              <a:t> Second level</a:t>
            </a:r>
          </a:p>
          <a:p>
            <a:pPr lvl="2"/>
            <a:r>
              <a:rPr lang="en-US" dirty="0" smtClean="0"/>
              <a:t> 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1200" y="228601"/>
            <a:ext cx="2133600" cy="484909"/>
          </a:xfrm>
          <a:prstGeom prst="rect">
            <a:avLst/>
          </a:prstGeom>
        </p:spPr>
      </p:pic>
      <p:cxnSp>
        <p:nvCxnSpPr>
          <p:cNvPr id="6" name="Straight Connector 5"/>
          <p:cNvCxnSpPr/>
          <p:nvPr userDrawn="1"/>
        </p:nvCxnSpPr>
        <p:spPr>
          <a:xfrm flipH="1">
            <a:off x="711200" y="835152"/>
            <a:ext cx="10871200" cy="0"/>
          </a:xfrm>
          <a:prstGeom prst="line">
            <a:avLst/>
          </a:prstGeom>
          <a:ln w="38100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9734091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336800" y="198438"/>
            <a:ext cx="9448800" cy="487362"/>
          </a:xfrm>
        </p:spPr>
        <p:txBody>
          <a:bodyPr anchor="t">
            <a:normAutofit/>
          </a:bodyPr>
          <a:lstStyle>
            <a:lvl1pPr algn="r">
              <a:defRPr sz="2400" b="0" i="0" baseline="0">
                <a:solidFill>
                  <a:schemeClr val="bg1"/>
                </a:solidFill>
                <a:latin typeface="Segoe UI" pitchFamily="34" charset="0"/>
                <a:ea typeface="Roboto Lt" pitchFamily="2" charset="0"/>
                <a:cs typeface="Segoe UI" pitchFamily="34" charset="0"/>
              </a:defRPr>
            </a:lvl1pPr>
          </a:lstStyle>
          <a:p>
            <a:r>
              <a:rPr lang="en-US" dirty="0" err="1" smtClean="0"/>
              <a:t>Tiêu</a:t>
            </a:r>
            <a:r>
              <a:rPr lang="en-US" dirty="0" smtClean="0"/>
              <a:t> </a:t>
            </a:r>
            <a:r>
              <a:rPr lang="en-US" dirty="0" err="1" smtClean="0"/>
              <a:t>đề</a:t>
            </a:r>
            <a:r>
              <a:rPr lang="en-US" dirty="0" smtClean="0"/>
              <a:t> </a:t>
            </a:r>
            <a:r>
              <a:rPr lang="en-US" dirty="0" err="1" smtClean="0"/>
              <a:t>Silde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1727200" y="1066800"/>
            <a:ext cx="10363200" cy="457200"/>
          </a:xfrm>
        </p:spPr>
        <p:txBody>
          <a:bodyPr>
            <a:normAutofit/>
          </a:bodyPr>
          <a:lstStyle>
            <a:lvl1pPr marL="0" indent="0">
              <a:buFontTx/>
              <a:buNone/>
              <a:defRPr sz="2400" b="1" baseline="0">
                <a:latin typeface="Segoe UI" pitchFamily="34" charset="0"/>
                <a:ea typeface="Roboto" pitchFamily="2" charset="0"/>
                <a:cs typeface="Segoe UI" pitchFamily="34" charset="0"/>
              </a:defRPr>
            </a:lvl1pPr>
            <a:lvl2pPr marL="457200" indent="0" algn="just">
              <a:buFontTx/>
              <a:buNone/>
              <a:defRPr sz="1600">
                <a:latin typeface="Roboto Lt" pitchFamily="2" charset="0"/>
                <a:ea typeface="Roboto Lt" pitchFamily="2" charset="0"/>
              </a:defRPr>
            </a:lvl2pPr>
            <a:lvl3pPr algn="just">
              <a:defRPr sz="1600">
                <a:latin typeface="Roboto Lt" pitchFamily="2" charset="0"/>
                <a:ea typeface="Roboto Lt" pitchFamily="2" charset="0"/>
              </a:defRPr>
            </a:lvl3pPr>
            <a:lvl4pPr marL="1600200" indent="-228600" algn="just">
              <a:buFont typeface="Courier New" pitchFamily="49" charset="0"/>
              <a:buChar char="o"/>
              <a:defRPr sz="1600">
                <a:latin typeface="Roboto Lt" pitchFamily="2" charset="0"/>
                <a:ea typeface="Roboto Lt" pitchFamily="2" charset="0"/>
              </a:defRPr>
            </a:lvl4pPr>
            <a:lvl5pPr algn="just">
              <a:defRPr sz="1600">
                <a:latin typeface="Roboto Lt" pitchFamily="2" charset="0"/>
                <a:ea typeface="Roboto Lt" pitchFamily="2" charset="0"/>
              </a:defRPr>
            </a:lvl5pPr>
          </a:lstStyle>
          <a:p>
            <a:pPr lvl="0"/>
            <a:r>
              <a:rPr lang="en-US" dirty="0" err="1" smtClean="0"/>
              <a:t>Đề</a:t>
            </a:r>
            <a:r>
              <a:rPr lang="en-US" dirty="0" smtClean="0"/>
              <a:t> </a:t>
            </a:r>
            <a:r>
              <a:rPr lang="en-US" dirty="0" err="1" smtClean="0"/>
              <a:t>mục</a:t>
            </a:r>
            <a:r>
              <a:rPr lang="en-US" dirty="0" smtClean="0"/>
              <a:t> </a:t>
            </a:r>
            <a:r>
              <a:rPr lang="en-US" dirty="0" err="1" smtClean="0"/>
              <a:t>lớn</a:t>
            </a:r>
            <a:endParaRPr lang="en-US" dirty="0" smtClean="0"/>
          </a:p>
        </p:txBody>
      </p:sp>
      <p:sp>
        <p:nvSpPr>
          <p:cNvPr id="7" name="Content Placeholder 2"/>
          <p:cNvSpPr>
            <a:spLocks noGrp="1"/>
          </p:cNvSpPr>
          <p:nvPr>
            <p:ph idx="13" hasCustomPrompt="1"/>
          </p:nvPr>
        </p:nvSpPr>
        <p:spPr>
          <a:xfrm>
            <a:off x="6604000" y="1828800"/>
            <a:ext cx="5384800" cy="2743200"/>
          </a:xfrm>
        </p:spPr>
        <p:txBody>
          <a:bodyPr>
            <a:normAutofit/>
          </a:bodyPr>
          <a:lstStyle>
            <a:lvl1pPr marL="0" indent="0">
              <a:buFontTx/>
              <a:buNone/>
              <a:defRPr sz="2400" b="0" baseline="0">
                <a:latin typeface="Segoe UI" pitchFamily="34" charset="0"/>
                <a:ea typeface="Roboto" pitchFamily="2" charset="0"/>
                <a:cs typeface="Segoe UI" pitchFamily="34" charset="0"/>
              </a:defRPr>
            </a:lvl1pPr>
            <a:lvl2pPr marL="457200" indent="0" algn="just">
              <a:buFontTx/>
              <a:buNone/>
              <a:defRPr sz="1600">
                <a:latin typeface="Roboto Lt" pitchFamily="2" charset="0"/>
                <a:ea typeface="Roboto Lt" pitchFamily="2" charset="0"/>
              </a:defRPr>
            </a:lvl2pPr>
            <a:lvl3pPr algn="just">
              <a:defRPr sz="1600">
                <a:latin typeface="Roboto Lt" pitchFamily="2" charset="0"/>
                <a:ea typeface="Roboto Lt" pitchFamily="2" charset="0"/>
              </a:defRPr>
            </a:lvl3pPr>
            <a:lvl4pPr marL="1600200" indent="-228600" algn="just">
              <a:buFont typeface="Courier New" pitchFamily="49" charset="0"/>
              <a:buChar char="o"/>
              <a:defRPr sz="1600">
                <a:latin typeface="Roboto Lt" pitchFamily="2" charset="0"/>
                <a:ea typeface="Roboto Lt" pitchFamily="2" charset="0"/>
              </a:defRPr>
            </a:lvl4pPr>
            <a:lvl5pPr algn="just">
              <a:defRPr sz="1600">
                <a:latin typeface="Roboto Lt" pitchFamily="2" charset="0"/>
                <a:ea typeface="Roboto Lt" pitchFamily="2" charset="0"/>
              </a:defRPr>
            </a:lvl5pPr>
          </a:lstStyle>
          <a:p>
            <a:r>
              <a:rPr lang="en-US" dirty="0" err="1" smtClean="0"/>
              <a:t>Nội</a:t>
            </a:r>
            <a:r>
              <a:rPr lang="en-US" dirty="0" smtClean="0"/>
              <a:t> dung </a:t>
            </a:r>
            <a:r>
              <a:rPr lang="en-US" dirty="0" err="1" smtClean="0"/>
              <a:t>cần</a:t>
            </a:r>
            <a:r>
              <a:rPr lang="en-US" dirty="0" smtClean="0"/>
              <a:t> </a:t>
            </a:r>
            <a:r>
              <a:rPr lang="en-US" dirty="0" err="1" smtClean="0"/>
              <a:t>viết</a:t>
            </a:r>
            <a:r>
              <a:rPr lang="en-US" dirty="0" smtClean="0"/>
              <a:t> …….</a:t>
            </a:r>
          </a:p>
          <a:p>
            <a:r>
              <a:rPr lang="en-US" dirty="0" smtClean="0"/>
              <a:t>960, abstract, background, banner, bar, box, business, button, circle, clean,</a:t>
            </a:r>
          </a:p>
          <a:p>
            <a:r>
              <a:rPr lang="en-US" b="1" dirty="0" err="1" smtClean="0"/>
              <a:t>Nôi</a:t>
            </a:r>
            <a:r>
              <a:rPr lang="en-US" b="1" dirty="0" smtClean="0"/>
              <a:t> dung </a:t>
            </a:r>
            <a:r>
              <a:rPr lang="en-US" b="1" dirty="0" err="1" smtClean="0"/>
              <a:t>cần</a:t>
            </a:r>
            <a:r>
              <a:rPr lang="en-US" b="1" dirty="0" smtClean="0"/>
              <a:t> </a:t>
            </a:r>
            <a:r>
              <a:rPr lang="en-US" b="1" dirty="0" err="1" smtClean="0"/>
              <a:t>nhấn</a:t>
            </a:r>
            <a:r>
              <a:rPr lang="en-US" b="1" dirty="0" smtClean="0"/>
              <a:t> </a:t>
            </a:r>
            <a:r>
              <a:rPr lang="en-US" b="1" dirty="0" err="1" smtClean="0"/>
              <a:t>mạnh</a:t>
            </a:r>
            <a:endParaRPr lang="en-US" dirty="0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4"/>
          </p:nvPr>
        </p:nvSpPr>
        <p:spPr>
          <a:xfrm>
            <a:off x="-1828800" y="6172201"/>
            <a:ext cx="2844800" cy="365125"/>
          </a:xfrm>
          <a:prstGeom prst="rect">
            <a:avLst/>
          </a:prstGeom>
        </p:spPr>
        <p:txBody>
          <a:bodyPr/>
          <a:lstStyle>
            <a:lvl1pPr algn="r">
              <a:defRPr>
                <a:solidFill>
                  <a:schemeClr val="bg1"/>
                </a:solidFill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</a:lstStyle>
          <a:p>
            <a:fld id="{C9454D8F-10CC-4917-9EE3-EC45D591F45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3991189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Placeholder 1"/>
          <p:cNvSpPr>
            <a:spLocks noGrp="1"/>
          </p:cNvSpPr>
          <p:nvPr>
            <p:ph type="title"/>
          </p:nvPr>
        </p:nvSpPr>
        <p:spPr>
          <a:xfrm>
            <a:off x="2946400" y="274638"/>
            <a:ext cx="8636000" cy="56356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8" name="Text Placeholder 2"/>
          <p:cNvSpPr>
            <a:spLocks noGrp="1"/>
          </p:cNvSpPr>
          <p:nvPr>
            <p:ph idx="1"/>
          </p:nvPr>
        </p:nvSpPr>
        <p:spPr>
          <a:xfrm>
            <a:off x="609600" y="990600"/>
            <a:ext cx="10972800" cy="5562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 smtClean="0"/>
              <a:t> Click to edit Master text styles</a:t>
            </a:r>
          </a:p>
          <a:p>
            <a:pPr lvl="1"/>
            <a:r>
              <a:rPr lang="en-US" dirty="0" smtClean="0"/>
              <a:t> Second level</a:t>
            </a:r>
          </a:p>
          <a:p>
            <a:pPr lvl="2"/>
            <a:r>
              <a:rPr lang="en-US" dirty="0" smtClean="0"/>
              <a:t> 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pic>
        <p:nvPicPr>
          <p:cNvPr id="9" name="Picture 8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1200" y="228601"/>
            <a:ext cx="2133600" cy="4849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1389339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61BFD7-1BFB-4165-B6C8-93BD150BB7E4}" type="datetimeFigureOut">
              <a:rPr lang="en-US" smtClean="0"/>
              <a:t>12/23/2024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AACEE26-D979-411F-B229-D9F26BAEDF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39189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1" r:id="rId1"/>
    <p:sldLayoutId id="2147483672" r:id="rId2"/>
    <p:sldLayoutId id="2147483673" r:id="rId3"/>
    <p:sldLayoutId id="2147483674" r:id="rId4"/>
    <p:sldLayoutId id="2147483675" r:id="rId5"/>
    <p:sldLayoutId id="2147483676" r:id="rId6"/>
    <p:sldLayoutId id="2147483677" r:id="rId7"/>
    <p:sldLayoutId id="2147483678" r:id="rId8"/>
    <p:sldLayoutId id="2147483679" r:id="rId9"/>
    <p:sldLayoutId id="2147483680" r:id="rId10"/>
    <p:sldLayoutId id="2147483681" r:id="rId11"/>
    <p:sldLayoutId id="2147483683" r:id="rId12"/>
    <p:sldLayoutId id="2147483684" r:id="rId13"/>
    <p:sldLayoutId id="2147483667" r:id="rId14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2.png"/><Relationship Id="rId4" Type="http://schemas.openxmlformats.org/officeDocument/2006/relationships/image" Target="../media/image31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7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6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9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smtClean="0"/>
              <a:t>Slide 3.1</a:t>
            </a:r>
            <a:endParaRPr lang="en-US" dirty="0"/>
          </a:p>
        </p:txBody>
      </p:sp>
      <p:sp>
        <p:nvSpPr>
          <p:cNvPr id="11" name="Title 10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Basic </a:t>
            </a:r>
            <a:r>
              <a:rPr lang="en-US" dirty="0" err="1" smtClean="0"/>
              <a:t>Thymeleaf</a:t>
            </a:r>
            <a:endParaRPr lang="en-US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17534" y="685800"/>
            <a:ext cx="2571750" cy="16192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481161" y="1957992"/>
            <a:ext cx="363112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 smtClean="0">
                <a:latin typeface="Arial Narrow" panose="020B0606020202030204" pitchFamily="34" charset="0"/>
              </a:rPr>
              <a:t>Conceive Design Implement Operate</a:t>
            </a:r>
            <a:endParaRPr lang="en-US" sz="2000" dirty="0">
              <a:latin typeface="Arial Narrow" panose="020B0606020202030204" pitchFamily="34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90932" y="2406165"/>
            <a:ext cx="1693935" cy="25186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58633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ipple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Agenda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>
          <a:xfrm>
            <a:off x="609600" y="1066800"/>
            <a:ext cx="8839200" cy="5257800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&amp;"/>
            </a:pPr>
            <a:r>
              <a:rPr lang="en-US" cap="small" dirty="0" err="1" smtClean="0">
                <a:latin typeface="Barlow Condensed" panose="00000506000000000000" pitchFamily="2" charset="0"/>
              </a:rPr>
              <a:t>Phần</a:t>
            </a:r>
            <a:r>
              <a:rPr lang="en-US" cap="small" dirty="0" smtClean="0">
                <a:latin typeface="Barlow Condensed" panose="00000506000000000000" pitchFamily="2" charset="0"/>
              </a:rPr>
              <a:t> I: </a:t>
            </a:r>
            <a:r>
              <a:rPr lang="en-US" cap="small" dirty="0" err="1" smtClean="0">
                <a:latin typeface="Barlow Condensed" panose="00000506000000000000" pitchFamily="2" charset="0"/>
              </a:rPr>
              <a:t>Cơ</a:t>
            </a:r>
            <a:r>
              <a:rPr lang="en-US" cap="small" dirty="0" smtClean="0">
                <a:latin typeface="Barlow Condensed" panose="00000506000000000000" pitchFamily="2" charset="0"/>
              </a:rPr>
              <a:t> </a:t>
            </a:r>
            <a:r>
              <a:rPr lang="en-US" cap="small" dirty="0" err="1" smtClean="0">
                <a:latin typeface="Barlow Condensed" panose="00000506000000000000" pitchFamily="2" charset="0"/>
              </a:rPr>
              <a:t>bản</a:t>
            </a:r>
            <a:endParaRPr lang="en-US" cap="small" dirty="0" smtClean="0">
              <a:latin typeface="Barlow Condensed" panose="00000506000000000000" pitchFamily="2" charset="0"/>
            </a:endParaRPr>
          </a:p>
          <a:p>
            <a:pPr lvl="1">
              <a:buFont typeface="Wingdings" panose="05000000000000000000" pitchFamily="2" charset="2"/>
              <a:buChar char="&amp;"/>
            </a:pPr>
            <a:r>
              <a:rPr lang="en-US" cap="small" dirty="0" err="1" smtClean="0">
                <a:latin typeface="Barlow Condensed" panose="00000506000000000000" pitchFamily="2" charset="0"/>
              </a:rPr>
              <a:t>Giới</a:t>
            </a:r>
            <a:r>
              <a:rPr lang="en-US" cap="small" dirty="0" smtClean="0">
                <a:latin typeface="Barlow Condensed" panose="00000506000000000000" pitchFamily="2" charset="0"/>
              </a:rPr>
              <a:t> </a:t>
            </a:r>
            <a:r>
              <a:rPr lang="en-US" cap="small" dirty="0" err="1" smtClean="0">
                <a:latin typeface="Barlow Condensed" panose="00000506000000000000" pitchFamily="2" charset="0"/>
              </a:rPr>
              <a:t>thiệu</a:t>
            </a:r>
            <a:r>
              <a:rPr lang="en-US" cap="small" dirty="0" smtClean="0">
                <a:latin typeface="Barlow Condensed" panose="00000506000000000000" pitchFamily="2" charset="0"/>
              </a:rPr>
              <a:t> </a:t>
            </a:r>
            <a:r>
              <a:rPr lang="en-US" cap="small" dirty="0" err="1" smtClean="0">
                <a:latin typeface="Barlow Condensed" panose="00000506000000000000" pitchFamily="2" charset="0"/>
              </a:rPr>
              <a:t>Thymeleaf</a:t>
            </a:r>
            <a:endParaRPr lang="en-US" cap="small" dirty="0">
              <a:latin typeface="Barlow Condensed" panose="00000506000000000000" pitchFamily="2" charset="0"/>
            </a:endParaRPr>
          </a:p>
          <a:p>
            <a:pPr lvl="1">
              <a:buFont typeface="Wingdings" panose="05000000000000000000" pitchFamily="2" charset="2"/>
              <a:buChar char="&amp;"/>
            </a:pPr>
            <a:r>
              <a:rPr lang="en-US" cap="small" dirty="0" err="1" smtClean="0">
                <a:latin typeface="Barlow Condensed" panose="00000506000000000000" pitchFamily="2" charset="0"/>
              </a:rPr>
              <a:t>Biểu</a:t>
            </a:r>
            <a:r>
              <a:rPr lang="en-US" cap="small" dirty="0" smtClean="0">
                <a:latin typeface="Barlow Condensed" panose="00000506000000000000" pitchFamily="2" charset="0"/>
              </a:rPr>
              <a:t> </a:t>
            </a:r>
            <a:r>
              <a:rPr lang="en-US" cap="small" dirty="0" err="1" smtClean="0">
                <a:latin typeface="Barlow Condensed" panose="00000506000000000000" pitchFamily="2" charset="0"/>
              </a:rPr>
              <a:t>thức</a:t>
            </a:r>
            <a:r>
              <a:rPr lang="en-US" cap="small" dirty="0" smtClean="0">
                <a:latin typeface="Barlow Condensed" panose="00000506000000000000" pitchFamily="2" charset="0"/>
              </a:rPr>
              <a:t> </a:t>
            </a:r>
            <a:r>
              <a:rPr lang="en-US" cap="small" dirty="0" err="1" smtClean="0">
                <a:latin typeface="Barlow Condensed" panose="00000506000000000000" pitchFamily="2" charset="0"/>
              </a:rPr>
              <a:t>Thymeleaf</a:t>
            </a:r>
            <a:r>
              <a:rPr lang="en-US" cap="small" dirty="0" smtClean="0">
                <a:latin typeface="Barlow Condensed" panose="00000506000000000000" pitchFamily="2" charset="0"/>
              </a:rPr>
              <a:t> (Expression)</a:t>
            </a:r>
          </a:p>
          <a:p>
            <a:pPr lvl="1">
              <a:buFont typeface="Wingdings" panose="05000000000000000000" pitchFamily="2" charset="2"/>
              <a:buChar char="&amp;"/>
            </a:pPr>
            <a:r>
              <a:rPr lang="en-US" cap="small" dirty="0" err="1" smtClean="0">
                <a:latin typeface="Barlow Condensed" panose="00000506000000000000" pitchFamily="2" charset="0"/>
              </a:rPr>
              <a:t>Định</a:t>
            </a:r>
            <a:r>
              <a:rPr lang="en-US" cap="small" dirty="0" smtClean="0">
                <a:latin typeface="Barlow Condensed" panose="00000506000000000000" pitchFamily="2" charset="0"/>
              </a:rPr>
              <a:t> </a:t>
            </a:r>
            <a:r>
              <a:rPr lang="en-US" cap="small" dirty="0" err="1" smtClean="0">
                <a:latin typeface="Barlow Condensed" panose="00000506000000000000" pitchFamily="2" charset="0"/>
              </a:rPr>
              <a:t>dạng</a:t>
            </a:r>
            <a:r>
              <a:rPr lang="en-US" cap="small" dirty="0" smtClean="0">
                <a:latin typeface="Barlow Condensed" panose="00000506000000000000" pitchFamily="2" charset="0"/>
              </a:rPr>
              <a:t> </a:t>
            </a:r>
            <a:r>
              <a:rPr lang="en-US" cap="small" dirty="0" err="1" smtClean="0">
                <a:latin typeface="Barlow Condensed" panose="00000506000000000000" pitchFamily="2" charset="0"/>
              </a:rPr>
              <a:t>dữ</a:t>
            </a:r>
            <a:r>
              <a:rPr lang="en-US" cap="small" dirty="0" smtClean="0">
                <a:latin typeface="Barlow Condensed" panose="00000506000000000000" pitchFamily="2" charset="0"/>
              </a:rPr>
              <a:t> </a:t>
            </a:r>
            <a:r>
              <a:rPr lang="en-US" cap="small" dirty="0" err="1" smtClean="0">
                <a:latin typeface="Barlow Condensed" panose="00000506000000000000" pitchFamily="2" charset="0"/>
              </a:rPr>
              <a:t>liệu</a:t>
            </a:r>
            <a:r>
              <a:rPr lang="en-US" cap="small" dirty="0" smtClean="0">
                <a:latin typeface="Barlow Condensed" panose="00000506000000000000" pitchFamily="2" charset="0"/>
              </a:rPr>
              <a:t> (</a:t>
            </a:r>
            <a:r>
              <a:rPr lang="en-US" cap="small" dirty="0" err="1" smtClean="0">
                <a:latin typeface="Barlow Condensed" panose="00000506000000000000" pitchFamily="2" charset="0"/>
              </a:rPr>
              <a:t>Formating</a:t>
            </a:r>
            <a:r>
              <a:rPr lang="en-US" cap="small" dirty="0" smtClean="0">
                <a:latin typeface="Barlow Condensed" panose="00000506000000000000" pitchFamily="2" charset="0"/>
              </a:rPr>
              <a:t> Data)</a:t>
            </a:r>
          </a:p>
          <a:p>
            <a:pPr lvl="1">
              <a:buFont typeface="Wingdings" panose="05000000000000000000" pitchFamily="2" charset="2"/>
              <a:buChar char="&amp;"/>
            </a:pPr>
            <a:r>
              <a:rPr lang="en-US" cap="small" dirty="0" err="1" smtClean="0">
                <a:latin typeface="Barlow Condensed" panose="00000506000000000000" pitchFamily="2" charset="0"/>
              </a:rPr>
              <a:t>Toán</a:t>
            </a:r>
            <a:r>
              <a:rPr lang="en-US" cap="small" dirty="0" smtClean="0">
                <a:latin typeface="Barlow Condensed" panose="00000506000000000000" pitchFamily="2" charset="0"/>
              </a:rPr>
              <a:t> </a:t>
            </a:r>
            <a:r>
              <a:rPr lang="en-US" cap="small" dirty="0" err="1" smtClean="0">
                <a:latin typeface="Barlow Condensed" panose="00000506000000000000" pitchFamily="2" charset="0"/>
              </a:rPr>
              <a:t>tử</a:t>
            </a:r>
            <a:r>
              <a:rPr lang="en-US" cap="small" dirty="0" smtClean="0">
                <a:latin typeface="Barlow Condensed" panose="00000506000000000000" pitchFamily="2" charset="0"/>
              </a:rPr>
              <a:t> (Operators)</a:t>
            </a:r>
            <a:endParaRPr lang="en-US" cap="small" dirty="0">
              <a:latin typeface="Barlow Condensed" panose="00000506000000000000" pitchFamily="2" charset="0"/>
            </a:endParaRPr>
          </a:p>
          <a:p>
            <a:pPr>
              <a:buFont typeface="Wingdings" panose="05000000000000000000" pitchFamily="2" charset="2"/>
              <a:buChar char="&amp;"/>
            </a:pPr>
            <a:r>
              <a:rPr lang="en-US" cap="small" dirty="0" err="1" smtClean="0">
                <a:latin typeface="Barlow Condensed" panose="00000506000000000000" pitchFamily="2" charset="0"/>
              </a:rPr>
              <a:t>Phần</a:t>
            </a:r>
            <a:r>
              <a:rPr lang="en-US" cap="small" dirty="0" smtClean="0">
                <a:latin typeface="Barlow Condensed" panose="00000506000000000000" pitchFamily="2" charset="0"/>
              </a:rPr>
              <a:t> II: </a:t>
            </a:r>
            <a:r>
              <a:rPr lang="en-US" cap="small" dirty="0" err="1" smtClean="0">
                <a:latin typeface="Barlow Condensed" panose="00000506000000000000" pitchFamily="2" charset="0"/>
              </a:rPr>
              <a:t>Chỉ</a:t>
            </a:r>
            <a:r>
              <a:rPr lang="en-US" cap="small" dirty="0" smtClean="0">
                <a:latin typeface="Barlow Condensed" panose="00000506000000000000" pitchFamily="2" charset="0"/>
              </a:rPr>
              <a:t> </a:t>
            </a:r>
            <a:r>
              <a:rPr lang="en-US" cap="small" dirty="0" err="1" smtClean="0">
                <a:latin typeface="Barlow Condensed" panose="00000506000000000000" pitchFamily="2" charset="0"/>
              </a:rPr>
              <a:t>thị</a:t>
            </a:r>
            <a:r>
              <a:rPr lang="en-US" cap="small" dirty="0" smtClean="0">
                <a:latin typeface="Barlow Condensed" panose="00000506000000000000" pitchFamily="2" charset="0"/>
              </a:rPr>
              <a:t> </a:t>
            </a:r>
            <a:r>
              <a:rPr lang="en-US" cap="small" dirty="0" err="1" smtClean="0">
                <a:latin typeface="Barlow Condensed" panose="00000506000000000000" pitchFamily="2" charset="0"/>
              </a:rPr>
              <a:t>Thymeleaf</a:t>
            </a:r>
            <a:r>
              <a:rPr lang="en-US" cap="small" dirty="0" smtClean="0">
                <a:latin typeface="Barlow Condensed" panose="00000506000000000000" pitchFamily="2" charset="0"/>
              </a:rPr>
              <a:t> (Directives)</a:t>
            </a:r>
          </a:p>
          <a:p>
            <a:pPr lvl="1">
              <a:buFont typeface="Wingdings" panose="05000000000000000000" pitchFamily="2" charset="2"/>
              <a:buChar char="&amp;"/>
            </a:pPr>
            <a:r>
              <a:rPr lang="en-US" cap="small" dirty="0" err="1" smtClean="0">
                <a:latin typeface="Barlow Condensed" panose="00000506000000000000" pitchFamily="2" charset="0"/>
              </a:rPr>
              <a:t>Chỉ</a:t>
            </a:r>
            <a:r>
              <a:rPr lang="en-US" cap="small" dirty="0" smtClean="0">
                <a:latin typeface="Barlow Condensed" panose="00000506000000000000" pitchFamily="2" charset="0"/>
              </a:rPr>
              <a:t> </a:t>
            </a:r>
            <a:r>
              <a:rPr lang="en-US" cap="small" dirty="0" err="1" smtClean="0">
                <a:latin typeface="Barlow Condensed" panose="00000506000000000000" pitchFamily="2" charset="0"/>
              </a:rPr>
              <a:t>thị</a:t>
            </a:r>
            <a:r>
              <a:rPr lang="en-US" cap="small" dirty="0" smtClean="0">
                <a:latin typeface="Barlow Condensed" panose="00000506000000000000" pitchFamily="2" charset="0"/>
              </a:rPr>
              <a:t> render </a:t>
            </a:r>
            <a:r>
              <a:rPr lang="en-US" cap="small" dirty="0" err="1" smtClean="0">
                <a:latin typeface="Barlow Condensed" panose="00000506000000000000" pitchFamily="2" charset="0"/>
              </a:rPr>
              <a:t>nội</a:t>
            </a:r>
            <a:r>
              <a:rPr lang="en-US" cap="small" dirty="0" smtClean="0">
                <a:latin typeface="Barlow Condensed" panose="00000506000000000000" pitchFamily="2" charset="0"/>
              </a:rPr>
              <a:t> dung</a:t>
            </a:r>
          </a:p>
          <a:p>
            <a:pPr lvl="1">
              <a:buFont typeface="Wingdings" panose="05000000000000000000" pitchFamily="2" charset="2"/>
              <a:buChar char="&amp;"/>
            </a:pPr>
            <a:r>
              <a:rPr lang="en-US" cap="small" dirty="0" err="1" smtClean="0">
                <a:latin typeface="Barlow Condensed" panose="00000506000000000000" pitchFamily="2" charset="0"/>
              </a:rPr>
              <a:t>Chỉ</a:t>
            </a:r>
            <a:r>
              <a:rPr lang="en-US" cap="small" dirty="0" smtClean="0">
                <a:latin typeface="Barlow Condensed" panose="00000506000000000000" pitchFamily="2" charset="0"/>
              </a:rPr>
              <a:t> </a:t>
            </a:r>
            <a:r>
              <a:rPr lang="en-US" cap="small" dirty="0" err="1" smtClean="0">
                <a:latin typeface="Barlow Condensed" panose="00000506000000000000" pitchFamily="2" charset="0"/>
              </a:rPr>
              <a:t>thị</a:t>
            </a:r>
            <a:r>
              <a:rPr lang="en-US" cap="small" dirty="0" smtClean="0">
                <a:latin typeface="Barlow Condensed" panose="00000506000000000000" pitchFamily="2" charset="0"/>
              </a:rPr>
              <a:t> render </a:t>
            </a:r>
            <a:r>
              <a:rPr lang="en-US" cap="small" dirty="0" err="1" smtClean="0">
                <a:latin typeface="Barlow Condensed" panose="00000506000000000000" pitchFamily="2" charset="0"/>
              </a:rPr>
              <a:t>thuộc</a:t>
            </a:r>
            <a:r>
              <a:rPr lang="en-US" cap="small" dirty="0" smtClean="0">
                <a:latin typeface="Barlow Condensed" panose="00000506000000000000" pitchFamily="2" charset="0"/>
              </a:rPr>
              <a:t> </a:t>
            </a:r>
            <a:r>
              <a:rPr lang="en-US" cap="small" dirty="0" err="1" smtClean="0">
                <a:latin typeface="Barlow Condensed" panose="00000506000000000000" pitchFamily="2" charset="0"/>
              </a:rPr>
              <a:t>tính</a:t>
            </a:r>
            <a:endParaRPr lang="en-US" cap="small" dirty="0" smtClean="0">
              <a:latin typeface="Barlow Condensed" panose="00000506000000000000" pitchFamily="2" charset="0"/>
            </a:endParaRPr>
          </a:p>
          <a:p>
            <a:pPr lvl="1">
              <a:buFont typeface="Wingdings" panose="05000000000000000000" pitchFamily="2" charset="2"/>
              <a:buChar char="&amp;"/>
            </a:pPr>
            <a:r>
              <a:rPr lang="en-US" cap="small" dirty="0" err="1" smtClean="0">
                <a:latin typeface="Barlow Condensed" panose="00000506000000000000" pitchFamily="2" charset="0"/>
              </a:rPr>
              <a:t>Chỉ</a:t>
            </a:r>
            <a:r>
              <a:rPr lang="en-US" cap="small" dirty="0" smtClean="0">
                <a:latin typeface="Barlow Condensed" panose="00000506000000000000" pitchFamily="2" charset="0"/>
              </a:rPr>
              <a:t> </a:t>
            </a:r>
            <a:r>
              <a:rPr lang="en-US" cap="small" dirty="0" err="1" smtClean="0">
                <a:latin typeface="Barlow Condensed" panose="00000506000000000000" pitchFamily="2" charset="0"/>
              </a:rPr>
              <a:t>thị</a:t>
            </a:r>
            <a:r>
              <a:rPr lang="en-US" cap="small" dirty="0" smtClean="0">
                <a:latin typeface="Barlow Condensed" panose="00000506000000000000" pitchFamily="2" charset="0"/>
              </a:rPr>
              <a:t> </a:t>
            </a:r>
            <a:r>
              <a:rPr lang="en-US" cap="small" dirty="0" err="1" smtClean="0">
                <a:latin typeface="Barlow Condensed" panose="00000506000000000000" pitchFamily="2" charset="0"/>
              </a:rPr>
              <a:t>hỗ</a:t>
            </a:r>
            <a:r>
              <a:rPr lang="en-US" cap="small" dirty="0" smtClean="0">
                <a:latin typeface="Barlow Condensed" panose="00000506000000000000" pitchFamily="2" charset="0"/>
              </a:rPr>
              <a:t> </a:t>
            </a:r>
            <a:r>
              <a:rPr lang="en-US" cap="small" dirty="0" err="1" smtClean="0">
                <a:latin typeface="Barlow Condensed" panose="00000506000000000000" pitchFamily="2" charset="0"/>
              </a:rPr>
              <a:t>trợ</a:t>
            </a:r>
            <a:endParaRPr lang="en-US" cap="small" dirty="0" smtClean="0">
              <a:latin typeface="Barlow Condensed" panose="00000506000000000000" pitchFamily="2" charset="0"/>
            </a:endParaRPr>
          </a:p>
          <a:p>
            <a:pPr lvl="1">
              <a:buFont typeface="Wingdings" panose="05000000000000000000" pitchFamily="2" charset="2"/>
              <a:buChar char="&amp;"/>
            </a:pPr>
            <a:r>
              <a:rPr lang="en-US" cap="small" dirty="0" err="1" smtClean="0">
                <a:latin typeface="Barlow Condensed" panose="00000506000000000000" pitchFamily="2" charset="0"/>
              </a:rPr>
              <a:t>Chỉ</a:t>
            </a:r>
            <a:r>
              <a:rPr lang="en-US" cap="small" dirty="0" smtClean="0">
                <a:latin typeface="Barlow Condensed" panose="00000506000000000000" pitchFamily="2" charset="0"/>
              </a:rPr>
              <a:t> </a:t>
            </a:r>
            <a:r>
              <a:rPr lang="en-US" cap="small" dirty="0" err="1" smtClean="0">
                <a:latin typeface="Barlow Condensed" panose="00000506000000000000" pitchFamily="2" charset="0"/>
              </a:rPr>
              <a:t>thị</a:t>
            </a:r>
            <a:r>
              <a:rPr lang="en-US" cap="small" dirty="0" smtClean="0">
                <a:latin typeface="Barlow Condensed" panose="00000506000000000000" pitchFamily="2" charset="0"/>
              </a:rPr>
              <a:t> </a:t>
            </a:r>
            <a:r>
              <a:rPr lang="en-US" cap="small" dirty="0" err="1" smtClean="0">
                <a:latin typeface="Barlow Condensed" panose="00000506000000000000" pitchFamily="2" charset="0"/>
              </a:rPr>
              <a:t>phân</a:t>
            </a:r>
            <a:r>
              <a:rPr lang="en-US" cap="small" dirty="0" smtClean="0">
                <a:latin typeface="Barlow Condensed" panose="00000506000000000000" pitchFamily="2" charset="0"/>
              </a:rPr>
              <a:t> </a:t>
            </a:r>
            <a:r>
              <a:rPr lang="en-US" cap="small" dirty="0" err="1" smtClean="0">
                <a:latin typeface="Barlow Condensed" panose="00000506000000000000" pitchFamily="2" charset="0"/>
              </a:rPr>
              <a:t>luồng</a:t>
            </a:r>
            <a:r>
              <a:rPr lang="en-US" cap="small" dirty="0" smtClean="0">
                <a:latin typeface="Barlow Condensed" panose="00000506000000000000" pitchFamily="2" charset="0"/>
              </a:rPr>
              <a:t> (follow </a:t>
            </a:r>
            <a:r>
              <a:rPr lang="en-US" cap="small" smtClean="0">
                <a:latin typeface="Barlow Condensed" panose="00000506000000000000" pitchFamily="2" charset="0"/>
              </a:rPr>
              <a:t>control)</a:t>
            </a:r>
            <a:endParaRPr lang="en-US" cap="small" dirty="0" smtClean="0">
              <a:latin typeface="Barlow Condensed" panose="00000506000000000000" pitchFamily="2" charset="0"/>
            </a:endParaRPr>
          </a:p>
        </p:txBody>
      </p:sp>
      <p:pic>
        <p:nvPicPr>
          <p:cNvPr id="4" name="Picture 2" descr="D:\Pictures\PNG\present.png"/>
          <p:cNvPicPr>
            <a:picLocks noChangeAspect="1" noChangeArrowheads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 flipH="1">
            <a:off x="9448800" y="1371600"/>
            <a:ext cx="2313580" cy="53568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930104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ipple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3919557" y="2967335"/>
            <a:ext cx="3860865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/>
              <a:lightRig rig="glow" dir="tl">
                <a:rot lat="0" lon="0" rev="5400000"/>
              </a:lightRig>
            </a:scene3d>
            <a:sp3d contourW="12700">
              <a:bevelT w="25400" h="25400"/>
              <a:contourClr>
                <a:schemeClr val="accent6">
                  <a:shade val="73000"/>
                </a:schemeClr>
              </a:contourClr>
            </a:sp3d>
          </a:bodyPr>
          <a:lstStyle/>
          <a:p>
            <a:r>
              <a:rPr lang="en-US" sz="5400" b="1" cap="small" dirty="0" smtClean="0">
                <a:ln w="11430"/>
                <a:gradFill>
                  <a:gsLst>
                    <a:gs pos="0">
                      <a:schemeClr val="accent6">
                        <a:tint val="90000"/>
                        <a:satMod val="120000"/>
                      </a:schemeClr>
                    </a:gs>
                    <a:gs pos="25000">
                      <a:schemeClr val="accent6">
                        <a:tint val="93000"/>
                        <a:satMod val="120000"/>
                      </a:schemeClr>
                    </a:gs>
                    <a:gs pos="50000">
                      <a:schemeClr val="accent6">
                        <a:shade val="89000"/>
                        <a:satMod val="110000"/>
                      </a:schemeClr>
                    </a:gs>
                    <a:gs pos="75000">
                      <a:schemeClr val="accent6">
                        <a:tint val="93000"/>
                        <a:satMod val="120000"/>
                      </a:schemeClr>
                    </a:gs>
                    <a:gs pos="100000">
                      <a:schemeClr val="accent6">
                        <a:tint val="90000"/>
                        <a:satMod val="120000"/>
                      </a:schemeClr>
                    </a:gs>
                  </a:gsLst>
                  <a:lin ang="5400000"/>
                </a:gradFill>
                <a:effectLst>
                  <a:outerShdw blurRad="80000" dist="40000" dir="5040000" algn="tl">
                    <a:srgbClr val="000000">
                      <a:alpha val="30000"/>
                    </a:srgbClr>
                  </a:outerShdw>
                </a:effectLst>
              </a:rPr>
              <a:t>Introduction</a:t>
            </a:r>
          </a:p>
        </p:txBody>
      </p:sp>
      <p:cxnSp>
        <p:nvCxnSpPr>
          <p:cNvPr id="3" name="Straight Connector 2"/>
          <p:cNvCxnSpPr/>
          <p:nvPr/>
        </p:nvCxnSpPr>
        <p:spPr>
          <a:xfrm>
            <a:off x="762000" y="3886200"/>
            <a:ext cx="10744200" cy="0"/>
          </a:xfrm>
          <a:prstGeom prst="line">
            <a:avLst/>
          </a:prstGeom>
          <a:ln w="76200" cmpd="thinThick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7870" y="1143000"/>
            <a:ext cx="2543530" cy="3781953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3483239536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fractur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What is </a:t>
            </a:r>
            <a:r>
              <a:rPr lang="en-US" dirty="0" err="1" smtClean="0"/>
              <a:t>Thymeleaf</a:t>
            </a:r>
            <a:r>
              <a:rPr lang="en-US" dirty="0" smtClean="0"/>
              <a:t>?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990600"/>
            <a:ext cx="10972800" cy="5334000"/>
          </a:xfrm>
        </p:spPr>
        <p:txBody>
          <a:bodyPr/>
          <a:lstStyle/>
          <a:p>
            <a:r>
              <a:rPr lang="vi-VN" dirty="0"/>
              <a:t>Thymeleaf là </a:t>
            </a:r>
            <a:r>
              <a:rPr lang="en-US" dirty="0"/>
              <a:t>template engine </a:t>
            </a:r>
            <a:r>
              <a:rPr lang="en-US" dirty="0" smtClean="0"/>
              <a:t>(</a:t>
            </a:r>
            <a:r>
              <a:rPr lang="vi-VN" dirty="0"/>
              <a:t>một </a:t>
            </a:r>
            <a:r>
              <a:rPr lang="en-US" dirty="0" err="1"/>
              <a:t>động</a:t>
            </a:r>
            <a:r>
              <a:rPr lang="en-US" dirty="0"/>
              <a:t> </a:t>
            </a:r>
            <a:r>
              <a:rPr lang="en-US" dirty="0" err="1"/>
              <a:t>cơ</a:t>
            </a:r>
            <a:r>
              <a:rPr lang="en-US" dirty="0"/>
              <a:t> </a:t>
            </a:r>
            <a:r>
              <a:rPr lang="en-US" dirty="0" err="1"/>
              <a:t>tạo</a:t>
            </a:r>
            <a:r>
              <a:rPr lang="en-US" dirty="0"/>
              <a:t> </a:t>
            </a:r>
            <a:r>
              <a:rPr lang="en-US" dirty="0" err="1"/>
              <a:t>mẫu</a:t>
            </a:r>
            <a:r>
              <a:rPr lang="en-US" dirty="0"/>
              <a:t>) </a:t>
            </a:r>
            <a:r>
              <a:rPr lang="en-US" dirty="0" err="1" smtClean="0"/>
              <a:t>chạy</a:t>
            </a:r>
            <a:r>
              <a:rPr lang="en-US" dirty="0" smtClean="0"/>
              <a:t> </a:t>
            </a:r>
            <a:r>
              <a:rPr lang="en-US" dirty="0" err="1" smtClean="0"/>
              <a:t>phía</a:t>
            </a:r>
            <a:r>
              <a:rPr lang="en-US" dirty="0" smtClean="0"/>
              <a:t> server </a:t>
            </a:r>
            <a:r>
              <a:rPr lang="en-US" dirty="0" err="1" smtClean="0"/>
              <a:t>có</a:t>
            </a:r>
            <a:r>
              <a:rPr lang="en-US" dirty="0" smtClean="0"/>
              <a:t> </a:t>
            </a:r>
            <a:r>
              <a:rPr lang="en-US" dirty="0" err="1" smtClean="0"/>
              <a:t>khả</a:t>
            </a:r>
            <a:r>
              <a:rPr lang="en-US" dirty="0" smtClean="0"/>
              <a:t> </a:t>
            </a:r>
            <a:r>
              <a:rPr lang="en-US" dirty="0" err="1" smtClean="0"/>
              <a:t>năng</a:t>
            </a:r>
            <a:r>
              <a:rPr lang="en-US" dirty="0" smtClean="0"/>
              <a:t> </a:t>
            </a:r>
            <a:r>
              <a:rPr lang="en-US" dirty="0" err="1" smtClean="0"/>
              <a:t>xử</a:t>
            </a:r>
            <a:r>
              <a:rPr lang="en-US" dirty="0" smtClean="0"/>
              <a:t> </a:t>
            </a:r>
            <a:r>
              <a:rPr lang="en-US" dirty="0" err="1" smtClean="0"/>
              <a:t>lý</a:t>
            </a:r>
            <a:r>
              <a:rPr lang="en-US" dirty="0" smtClean="0"/>
              <a:t> </a:t>
            </a:r>
            <a:r>
              <a:rPr lang="en-US" dirty="0" err="1" smtClean="0"/>
              <a:t>việc</a:t>
            </a:r>
            <a:r>
              <a:rPr lang="en-US" dirty="0" smtClean="0"/>
              <a:t> </a:t>
            </a:r>
            <a:r>
              <a:rPr lang="en-US" dirty="0" err="1" smtClean="0"/>
              <a:t>tạo</a:t>
            </a:r>
            <a:r>
              <a:rPr lang="en-US" dirty="0" smtClean="0"/>
              <a:t> </a:t>
            </a:r>
            <a:r>
              <a:rPr lang="en-US" dirty="0" err="1" smtClean="0"/>
              <a:t>ra</a:t>
            </a:r>
            <a:r>
              <a:rPr lang="en-US" dirty="0" smtClean="0"/>
              <a:t> HTML, XML, CSS, JS  </a:t>
            </a:r>
            <a:r>
              <a:rPr lang="en-US" dirty="0" err="1" smtClean="0"/>
              <a:t>và</a:t>
            </a:r>
            <a:r>
              <a:rPr lang="en-US" dirty="0"/>
              <a:t> TEXT</a:t>
            </a:r>
            <a:r>
              <a:rPr lang="vi-VN" dirty="0" smtClean="0"/>
              <a:t>.</a:t>
            </a:r>
            <a:endParaRPr lang="en-US" dirty="0" smtClean="0"/>
          </a:p>
          <a:p>
            <a:r>
              <a:rPr lang="vi-VN" dirty="0" smtClean="0"/>
              <a:t>Thymeleaf</a:t>
            </a:r>
            <a:r>
              <a:rPr lang="en-US" dirty="0" smtClean="0"/>
              <a:t> </a:t>
            </a:r>
            <a:r>
              <a:rPr lang="en-US" dirty="0" err="1" smtClean="0"/>
              <a:t>dựa</a:t>
            </a:r>
            <a:r>
              <a:rPr lang="en-US" dirty="0" smtClean="0"/>
              <a:t> </a:t>
            </a:r>
            <a:r>
              <a:rPr lang="en-US" dirty="0" err="1" smtClean="0"/>
              <a:t>vào</a:t>
            </a:r>
            <a:r>
              <a:rPr lang="en-US" dirty="0"/>
              <a:t> </a:t>
            </a:r>
            <a:r>
              <a:rPr lang="en-US" dirty="0" err="1" smtClean="0"/>
              <a:t>các</a:t>
            </a:r>
            <a:r>
              <a:rPr lang="en-US" dirty="0" smtClean="0"/>
              <a:t> </a:t>
            </a:r>
            <a:r>
              <a:rPr lang="en-US" dirty="0" err="1" smtClean="0"/>
              <a:t>nguyên</a:t>
            </a:r>
            <a:r>
              <a:rPr lang="en-US" dirty="0" smtClean="0"/>
              <a:t> </a:t>
            </a:r>
            <a:r>
              <a:rPr lang="en-US" dirty="0" err="1" smtClean="0"/>
              <a:t>mẫu</a:t>
            </a:r>
            <a:r>
              <a:rPr lang="en-US" dirty="0" smtClean="0"/>
              <a:t> (HTML, CSS…) </a:t>
            </a:r>
            <a:r>
              <a:rPr lang="en-US" dirty="0" err="1" smtClean="0"/>
              <a:t>và</a:t>
            </a:r>
            <a:r>
              <a:rPr lang="en-US" dirty="0" smtClean="0"/>
              <a:t> </a:t>
            </a:r>
            <a:r>
              <a:rPr lang="en-US" dirty="0" err="1" smtClean="0"/>
              <a:t>bổ</a:t>
            </a:r>
            <a:r>
              <a:rPr lang="en-US" dirty="0" smtClean="0"/>
              <a:t> sung </a:t>
            </a:r>
            <a:r>
              <a:rPr lang="en-US" dirty="0" err="1" smtClean="0"/>
              <a:t>các</a:t>
            </a:r>
            <a:r>
              <a:rPr lang="en-US" dirty="0" smtClean="0"/>
              <a:t> </a:t>
            </a:r>
            <a:r>
              <a:rPr lang="en-US" dirty="0" err="1" smtClean="0"/>
              <a:t>quy</a:t>
            </a:r>
            <a:r>
              <a:rPr lang="en-US" dirty="0" smtClean="0"/>
              <a:t> </a:t>
            </a:r>
            <a:r>
              <a:rPr lang="en-US" dirty="0" err="1" smtClean="0"/>
              <a:t>luật</a:t>
            </a:r>
            <a:r>
              <a:rPr lang="en-US" dirty="0" smtClean="0"/>
              <a:t> </a:t>
            </a:r>
            <a:r>
              <a:rPr lang="en-US" dirty="0" err="1" smtClean="0"/>
              <a:t>cần</a:t>
            </a:r>
            <a:r>
              <a:rPr lang="en-US" dirty="0" smtClean="0"/>
              <a:t> </a:t>
            </a:r>
            <a:r>
              <a:rPr lang="en-US" dirty="0" err="1" smtClean="0"/>
              <a:t>thiết</a:t>
            </a:r>
            <a:r>
              <a:rPr lang="en-US" dirty="0" smtClean="0"/>
              <a:t> </a:t>
            </a:r>
            <a:r>
              <a:rPr lang="en-US" dirty="0" err="1" smtClean="0"/>
              <a:t>để</a:t>
            </a:r>
            <a:r>
              <a:rPr lang="en-US" dirty="0" smtClean="0"/>
              <a:t> </a:t>
            </a:r>
            <a:r>
              <a:rPr lang="en-US" dirty="0" err="1" smtClean="0"/>
              <a:t>sinh</a:t>
            </a:r>
            <a:r>
              <a:rPr lang="en-US" dirty="0" smtClean="0"/>
              <a:t> </a:t>
            </a:r>
            <a:r>
              <a:rPr lang="en-US" dirty="0" err="1" smtClean="0"/>
              <a:t>ra</a:t>
            </a:r>
            <a:r>
              <a:rPr lang="en-US" dirty="0" smtClean="0"/>
              <a:t> template </a:t>
            </a:r>
            <a:r>
              <a:rPr lang="en-US" dirty="0" err="1" smtClean="0"/>
              <a:t>hoàn</a:t>
            </a:r>
            <a:r>
              <a:rPr lang="en-US" dirty="0" smtClean="0"/>
              <a:t> </a:t>
            </a:r>
            <a:r>
              <a:rPr lang="en-US" dirty="0" err="1" smtClean="0"/>
              <a:t>thiện</a:t>
            </a:r>
            <a:r>
              <a:rPr lang="en-US" dirty="0"/>
              <a:t> </a:t>
            </a:r>
            <a:r>
              <a:rPr lang="en-US" dirty="0" err="1" smtClean="0"/>
              <a:t>với</a:t>
            </a:r>
            <a:r>
              <a:rPr lang="en-US" dirty="0" smtClean="0"/>
              <a:t> </a:t>
            </a:r>
            <a:r>
              <a:rPr lang="en-US" dirty="0" err="1" smtClean="0"/>
              <a:t>dữ</a:t>
            </a:r>
            <a:r>
              <a:rPr lang="en-US" dirty="0" smtClean="0"/>
              <a:t> </a:t>
            </a:r>
            <a:r>
              <a:rPr lang="en-US" dirty="0" err="1" smtClean="0"/>
              <a:t>liệu</a:t>
            </a:r>
            <a:r>
              <a:rPr lang="en-US" dirty="0" smtClean="0"/>
              <a:t> </a:t>
            </a:r>
            <a:r>
              <a:rPr lang="en-US" dirty="0" err="1" smtClean="0"/>
              <a:t>động</a:t>
            </a:r>
            <a:r>
              <a:rPr lang="en-US" dirty="0" smtClean="0"/>
              <a:t>.</a:t>
            </a:r>
          </a:p>
          <a:p>
            <a:r>
              <a:rPr lang="en-US" dirty="0" smtClean="0"/>
              <a:t>So </a:t>
            </a:r>
            <a:r>
              <a:rPr lang="en-US" dirty="0" err="1" smtClean="0"/>
              <a:t>với</a:t>
            </a:r>
            <a:r>
              <a:rPr lang="en-US" dirty="0" smtClean="0"/>
              <a:t> JSP </a:t>
            </a:r>
            <a:r>
              <a:rPr lang="en-US" dirty="0" err="1" smtClean="0"/>
              <a:t>thì</a:t>
            </a:r>
            <a:r>
              <a:rPr lang="en-US" dirty="0" smtClean="0"/>
              <a:t> </a:t>
            </a:r>
            <a:r>
              <a:rPr lang="en-US" dirty="0" err="1" smtClean="0"/>
              <a:t>Thymeleaf</a:t>
            </a:r>
            <a:r>
              <a:rPr lang="en-US" dirty="0" smtClean="0"/>
              <a:t> render </a:t>
            </a:r>
            <a:r>
              <a:rPr lang="en-US" dirty="0" err="1" smtClean="0"/>
              <a:t>đơn</a:t>
            </a:r>
            <a:r>
              <a:rPr lang="en-US" dirty="0" smtClean="0"/>
              <a:t> </a:t>
            </a:r>
            <a:r>
              <a:rPr lang="en-US" dirty="0" err="1" smtClean="0"/>
              <a:t>giản</a:t>
            </a:r>
            <a:r>
              <a:rPr lang="en-US" dirty="0" smtClean="0"/>
              <a:t> </a:t>
            </a:r>
            <a:r>
              <a:rPr lang="en-US" dirty="0" err="1" smtClean="0"/>
              <a:t>hơn</a:t>
            </a:r>
            <a:r>
              <a:rPr lang="en-US" dirty="0" smtClean="0"/>
              <a:t> </a:t>
            </a:r>
            <a:r>
              <a:rPr lang="en-US" dirty="0" err="1" smtClean="0"/>
              <a:t>đối</a:t>
            </a:r>
            <a:r>
              <a:rPr lang="en-US" dirty="0" smtClean="0"/>
              <a:t> </a:t>
            </a:r>
            <a:r>
              <a:rPr lang="en-US" dirty="0" err="1" smtClean="0"/>
              <a:t>với</a:t>
            </a:r>
            <a:r>
              <a:rPr lang="en-US" dirty="0" smtClean="0"/>
              <a:t> </a:t>
            </a:r>
            <a:r>
              <a:rPr lang="en-US" dirty="0" err="1" smtClean="0"/>
              <a:t>lập</a:t>
            </a:r>
            <a:r>
              <a:rPr lang="en-US" dirty="0" smtClean="0"/>
              <a:t> </a:t>
            </a:r>
            <a:r>
              <a:rPr lang="en-US" dirty="0" err="1" smtClean="0"/>
              <a:t>trình</a:t>
            </a:r>
            <a:r>
              <a:rPr lang="en-US" dirty="0" smtClean="0"/>
              <a:t> </a:t>
            </a:r>
            <a:r>
              <a:rPr lang="en-US" dirty="0" err="1" smtClean="0"/>
              <a:t>viên</a:t>
            </a:r>
            <a:r>
              <a:rPr lang="en-US" dirty="0" smtClean="0"/>
              <a:t> </a:t>
            </a:r>
            <a:r>
              <a:rPr lang="en-US" dirty="0" err="1" smtClean="0"/>
              <a:t>và</a:t>
            </a:r>
            <a:r>
              <a:rPr lang="en-US" dirty="0" smtClean="0"/>
              <a:t> render </a:t>
            </a:r>
            <a:r>
              <a:rPr lang="en-US" dirty="0" err="1" smtClean="0"/>
              <a:t>cũng</a:t>
            </a:r>
            <a:r>
              <a:rPr lang="en-US" dirty="0" smtClean="0"/>
              <a:t> </a:t>
            </a:r>
            <a:r>
              <a:rPr lang="en-US" dirty="0" err="1" smtClean="0"/>
              <a:t>nhanh</a:t>
            </a:r>
            <a:r>
              <a:rPr lang="en-US" dirty="0" smtClean="0"/>
              <a:t> </a:t>
            </a:r>
            <a:r>
              <a:rPr lang="en-US" dirty="0" err="1" smtClean="0"/>
              <a:t>hơn</a:t>
            </a:r>
            <a:r>
              <a:rPr lang="en-US" dirty="0" smtClean="0"/>
              <a:t>.</a:t>
            </a:r>
          </a:p>
          <a:p>
            <a:r>
              <a:rPr lang="en-US" dirty="0" err="1" smtClean="0"/>
              <a:t>Thư</a:t>
            </a:r>
            <a:r>
              <a:rPr lang="en-US" dirty="0" smtClean="0"/>
              <a:t> </a:t>
            </a:r>
            <a:r>
              <a:rPr lang="en-US" dirty="0" err="1" smtClean="0"/>
              <a:t>viện</a:t>
            </a:r>
            <a:r>
              <a:rPr lang="en-US" dirty="0" smtClean="0"/>
              <a:t> </a:t>
            </a:r>
            <a:r>
              <a:rPr lang="en-US" dirty="0" err="1" smtClean="0"/>
              <a:t>phụ</a:t>
            </a:r>
            <a:r>
              <a:rPr lang="en-US" dirty="0" smtClean="0"/>
              <a:t> </a:t>
            </a:r>
            <a:r>
              <a:rPr lang="en-US" dirty="0" err="1" smtClean="0"/>
              <a:t>thuộc</a:t>
            </a:r>
            <a:endParaRPr lang="en-US" dirty="0" smtClean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0600" y="4476654"/>
            <a:ext cx="9677400" cy="17717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08715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ipple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Quick start with </a:t>
            </a:r>
            <a:r>
              <a:rPr lang="en-US" dirty="0" err="1" smtClean="0"/>
              <a:t>Thymeleaf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>
          <a:xfrm>
            <a:off x="6858000" y="1066800"/>
            <a:ext cx="4724400" cy="5257800"/>
          </a:xfrm>
        </p:spPr>
        <p:txBody>
          <a:bodyPr>
            <a:normAutofit/>
          </a:bodyPr>
          <a:lstStyle/>
          <a:p>
            <a:r>
              <a:rPr lang="en-US" dirty="0" smtClean="0"/>
              <a:t>Namespace: </a:t>
            </a:r>
            <a:r>
              <a:rPr lang="en-US" dirty="0" err="1" smtClean="0"/>
              <a:t>th</a:t>
            </a:r>
            <a:endParaRPr lang="en-US" dirty="0" smtClean="0"/>
          </a:p>
          <a:p>
            <a:r>
              <a:rPr lang="en-US" dirty="0" smtClean="0"/>
              <a:t>Directives</a:t>
            </a:r>
          </a:p>
          <a:p>
            <a:pPr lvl="1"/>
            <a:r>
              <a:rPr lang="en-US" dirty="0" err="1"/>
              <a:t>t</a:t>
            </a:r>
            <a:r>
              <a:rPr lang="en-US" dirty="0" err="1" smtClean="0"/>
              <a:t>h:text</a:t>
            </a:r>
            <a:endParaRPr lang="en-US" dirty="0" smtClean="0"/>
          </a:p>
          <a:p>
            <a:pPr lvl="1"/>
            <a:r>
              <a:rPr lang="en-US" dirty="0" err="1" smtClean="0"/>
              <a:t>th:src</a:t>
            </a:r>
            <a:endParaRPr lang="en-US" dirty="0" smtClean="0"/>
          </a:p>
          <a:p>
            <a:r>
              <a:rPr lang="en-US" dirty="0" smtClean="0"/>
              <a:t>Expressions</a:t>
            </a:r>
          </a:p>
          <a:p>
            <a:pPr lvl="1"/>
            <a:r>
              <a:rPr lang="en-US" dirty="0" smtClean="0"/>
              <a:t>${…}</a:t>
            </a:r>
          </a:p>
          <a:p>
            <a:pPr lvl="1"/>
            <a:r>
              <a:rPr lang="en-US" dirty="0" smtClean="0"/>
              <a:t>@{|…|}</a:t>
            </a:r>
          </a:p>
          <a:p>
            <a:r>
              <a:rPr lang="en-US" dirty="0" smtClean="0"/>
              <a:t>Model attribute (variable)</a:t>
            </a:r>
          </a:p>
          <a:p>
            <a:pPr lvl="1"/>
            <a:r>
              <a:rPr lang="en-US" dirty="0"/>
              <a:t>t</a:t>
            </a:r>
            <a:r>
              <a:rPr lang="en-US" dirty="0" smtClean="0"/>
              <a:t>itle</a:t>
            </a:r>
          </a:p>
          <a:p>
            <a:pPr lvl="1"/>
            <a:r>
              <a:rPr lang="en-US" dirty="0"/>
              <a:t>s</a:t>
            </a:r>
            <a:r>
              <a:rPr lang="en-US" dirty="0" smtClean="0"/>
              <a:t>ubject</a:t>
            </a:r>
          </a:p>
          <a:p>
            <a:pPr lvl="1"/>
            <a:r>
              <a:rPr lang="en-US" dirty="0" smtClean="0"/>
              <a:t>photo</a:t>
            </a:r>
            <a:endParaRPr lang="en-US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400" y="1447800"/>
            <a:ext cx="6039730" cy="4267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87013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ipple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Quick start with Thymeleaf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>
          <a:xfrm>
            <a:off x="609600" y="1066800"/>
            <a:ext cx="4724400" cy="5257800"/>
          </a:xfrm>
        </p:spPr>
        <p:txBody>
          <a:bodyPr/>
          <a:lstStyle/>
          <a:p>
            <a:r>
              <a:rPr lang="en-US" dirty="0" err="1" smtClean="0"/>
              <a:t>Giả</a:t>
            </a:r>
            <a:r>
              <a:rPr lang="en-US" dirty="0" smtClean="0"/>
              <a:t> </a:t>
            </a:r>
            <a:r>
              <a:rPr lang="en-US" dirty="0" err="1" smtClean="0"/>
              <a:t>sử</a:t>
            </a:r>
            <a:r>
              <a:rPr lang="en-US" dirty="0" smtClean="0"/>
              <a:t> </a:t>
            </a:r>
            <a:r>
              <a:rPr lang="en-US" dirty="0" err="1" smtClean="0"/>
              <a:t>giá</a:t>
            </a:r>
            <a:r>
              <a:rPr lang="en-US" dirty="0" smtClean="0"/>
              <a:t> </a:t>
            </a:r>
            <a:r>
              <a:rPr lang="en-US" dirty="0" err="1" smtClean="0"/>
              <a:t>trị</a:t>
            </a:r>
            <a:r>
              <a:rPr lang="en-US" dirty="0" smtClean="0"/>
              <a:t> </a:t>
            </a:r>
            <a:r>
              <a:rPr lang="en-US" dirty="0" err="1" smtClean="0"/>
              <a:t>của</a:t>
            </a:r>
            <a:r>
              <a:rPr lang="en-US" dirty="0" smtClean="0"/>
              <a:t> </a:t>
            </a:r>
            <a:r>
              <a:rPr lang="en-US" dirty="0" err="1" smtClean="0"/>
              <a:t>các</a:t>
            </a:r>
            <a:r>
              <a:rPr lang="en-US" dirty="0" smtClean="0"/>
              <a:t> </a:t>
            </a:r>
            <a:r>
              <a:rPr lang="en-US" dirty="0" err="1" smtClean="0"/>
              <a:t>biến</a:t>
            </a:r>
            <a:r>
              <a:rPr lang="en-US" dirty="0" smtClean="0"/>
              <a:t> </a:t>
            </a:r>
            <a:r>
              <a:rPr lang="en-US" dirty="0" err="1" smtClean="0"/>
              <a:t>trong</a:t>
            </a:r>
            <a:r>
              <a:rPr lang="en-US" dirty="0" smtClean="0"/>
              <a:t> Model </a:t>
            </a:r>
            <a:r>
              <a:rPr lang="en-US" dirty="0" err="1" smtClean="0"/>
              <a:t>là</a:t>
            </a:r>
            <a:endParaRPr lang="en-US" dirty="0" smtClean="0"/>
          </a:p>
          <a:p>
            <a:pPr lvl="1"/>
            <a:r>
              <a:rPr lang="en-US" b="1" dirty="0" smtClean="0"/>
              <a:t>title</a:t>
            </a:r>
            <a:r>
              <a:rPr lang="en-US" dirty="0" smtClean="0"/>
              <a:t>: FPT Polytechnic</a:t>
            </a:r>
          </a:p>
          <a:p>
            <a:pPr lvl="1"/>
            <a:r>
              <a:rPr lang="en-US" b="1" dirty="0" smtClean="0"/>
              <a:t>subject</a:t>
            </a:r>
            <a:r>
              <a:rPr lang="en-US" dirty="0" smtClean="0"/>
              <a:t>: Spring Boot MVC</a:t>
            </a:r>
          </a:p>
          <a:p>
            <a:pPr lvl="1"/>
            <a:r>
              <a:rPr lang="en-US" b="1" dirty="0" smtClean="0"/>
              <a:t>photo</a:t>
            </a:r>
            <a:r>
              <a:rPr lang="en-US" dirty="0" smtClean="0"/>
              <a:t>: trump.png</a:t>
            </a:r>
          </a:p>
          <a:p>
            <a:r>
              <a:rPr lang="en-US" dirty="0" err="1" smtClean="0"/>
              <a:t>Thì</a:t>
            </a:r>
            <a:r>
              <a:rPr lang="en-US" dirty="0" smtClean="0"/>
              <a:t> </a:t>
            </a:r>
            <a:r>
              <a:rPr lang="en-US" dirty="0" err="1" smtClean="0"/>
              <a:t>kết</a:t>
            </a:r>
            <a:r>
              <a:rPr lang="en-US" dirty="0" smtClean="0"/>
              <a:t> </a:t>
            </a:r>
            <a:r>
              <a:rPr lang="en-US" dirty="0" err="1" smtClean="0"/>
              <a:t>quả</a:t>
            </a:r>
            <a:r>
              <a:rPr lang="en-US" dirty="0" smtClean="0"/>
              <a:t> response </a:t>
            </a:r>
            <a:r>
              <a:rPr lang="en-US" dirty="0" err="1" smtClean="0"/>
              <a:t>về</a:t>
            </a:r>
            <a:r>
              <a:rPr lang="en-US" dirty="0" smtClean="0"/>
              <a:t> </a:t>
            </a:r>
            <a:r>
              <a:rPr lang="en-US" dirty="0" err="1" smtClean="0"/>
              <a:t>trình</a:t>
            </a:r>
            <a:r>
              <a:rPr lang="en-US" dirty="0" smtClean="0"/>
              <a:t> </a:t>
            </a:r>
            <a:r>
              <a:rPr lang="en-US" dirty="0" err="1" smtClean="0"/>
              <a:t>duyệt</a:t>
            </a:r>
            <a:r>
              <a:rPr lang="en-US" dirty="0" smtClean="0"/>
              <a:t> </a:t>
            </a:r>
            <a:r>
              <a:rPr lang="en-US" dirty="0" err="1" smtClean="0"/>
              <a:t>sẽ</a:t>
            </a:r>
            <a:r>
              <a:rPr lang="en-US" dirty="0" smtClean="0"/>
              <a:t> </a:t>
            </a:r>
            <a:r>
              <a:rPr lang="en-US" dirty="0" err="1" smtClean="0"/>
              <a:t>là</a:t>
            </a:r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1066800"/>
            <a:ext cx="5486400" cy="50138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52323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ipple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Thymeleaf</a:t>
            </a:r>
            <a:r>
              <a:rPr lang="en-US" dirty="0"/>
              <a:t> Template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err="1" smtClean="0"/>
              <a:t>Cú</a:t>
            </a:r>
            <a:r>
              <a:rPr lang="en-US" dirty="0" smtClean="0"/>
              <a:t> </a:t>
            </a:r>
            <a:r>
              <a:rPr lang="en-US" dirty="0" err="1" smtClean="0"/>
              <a:t>pháp</a:t>
            </a:r>
            <a:r>
              <a:rPr lang="en-US" dirty="0" smtClean="0"/>
              <a:t>:</a:t>
            </a:r>
          </a:p>
          <a:p>
            <a:pPr lvl="1"/>
            <a:r>
              <a:rPr lang="en-US" dirty="0" err="1" smtClean="0"/>
              <a:t>th:directive</a:t>
            </a:r>
            <a:r>
              <a:rPr lang="en-US" dirty="0" smtClean="0"/>
              <a:t>=“expression”</a:t>
            </a:r>
          </a:p>
          <a:p>
            <a:r>
              <a:rPr lang="en-US" dirty="0" err="1" smtClean="0"/>
              <a:t>Hai</a:t>
            </a:r>
            <a:r>
              <a:rPr lang="en-US" dirty="0" smtClean="0"/>
              <a:t> </a:t>
            </a:r>
            <a:r>
              <a:rPr lang="en-US" dirty="0" err="1" smtClean="0"/>
              <a:t>loại</a:t>
            </a:r>
            <a:r>
              <a:rPr lang="en-US" dirty="0" smtClean="0"/>
              <a:t> directive</a:t>
            </a:r>
          </a:p>
          <a:p>
            <a:pPr lvl="1"/>
            <a:r>
              <a:rPr lang="en-US" dirty="0" err="1" smtClean="0"/>
              <a:t>Mới</a:t>
            </a:r>
            <a:r>
              <a:rPr lang="en-US" dirty="0" smtClean="0"/>
              <a:t> do </a:t>
            </a:r>
            <a:r>
              <a:rPr lang="en-US" dirty="0" err="1" smtClean="0"/>
              <a:t>thymleaf</a:t>
            </a:r>
            <a:r>
              <a:rPr lang="en-US" dirty="0" smtClean="0"/>
              <a:t> </a:t>
            </a:r>
            <a:r>
              <a:rPr lang="en-US" dirty="0" err="1" smtClean="0"/>
              <a:t>định</a:t>
            </a:r>
            <a:r>
              <a:rPr lang="en-US" dirty="0" smtClean="0"/>
              <a:t> </a:t>
            </a:r>
            <a:r>
              <a:rPr lang="en-US" dirty="0" err="1" smtClean="0"/>
              <a:t>nghĩa</a:t>
            </a:r>
            <a:r>
              <a:rPr lang="en-US" dirty="0" smtClean="0"/>
              <a:t>: </a:t>
            </a:r>
            <a:r>
              <a:rPr lang="en-US" dirty="0" err="1" smtClean="0"/>
              <a:t>th:text</a:t>
            </a:r>
            <a:r>
              <a:rPr lang="en-US" dirty="0" smtClean="0"/>
              <a:t> </a:t>
            </a:r>
            <a:r>
              <a:rPr lang="en-US" dirty="0" err="1" smtClean="0"/>
              <a:t>vì</a:t>
            </a:r>
            <a:r>
              <a:rPr lang="en-US" dirty="0" smtClean="0"/>
              <a:t> text </a:t>
            </a:r>
            <a:r>
              <a:rPr lang="en-US" dirty="0" err="1" smtClean="0"/>
              <a:t>không</a:t>
            </a:r>
            <a:r>
              <a:rPr lang="en-US" dirty="0" smtClean="0"/>
              <a:t> </a:t>
            </a:r>
            <a:r>
              <a:rPr lang="en-US" dirty="0" err="1" smtClean="0"/>
              <a:t>phải</a:t>
            </a:r>
            <a:r>
              <a:rPr lang="en-US" dirty="0" smtClean="0"/>
              <a:t> </a:t>
            </a:r>
            <a:r>
              <a:rPr lang="en-US" dirty="0" err="1" smtClean="0"/>
              <a:t>thuộc</a:t>
            </a:r>
            <a:r>
              <a:rPr lang="en-US" dirty="0" smtClean="0"/>
              <a:t> </a:t>
            </a:r>
            <a:r>
              <a:rPr lang="en-US" dirty="0" err="1" smtClean="0"/>
              <a:t>tính</a:t>
            </a:r>
            <a:r>
              <a:rPr lang="en-US" dirty="0" smtClean="0"/>
              <a:t> </a:t>
            </a:r>
            <a:r>
              <a:rPr lang="en-US" dirty="0" err="1" smtClean="0"/>
              <a:t>của</a:t>
            </a:r>
            <a:r>
              <a:rPr lang="en-US" dirty="0" smtClean="0"/>
              <a:t> </a:t>
            </a:r>
            <a:r>
              <a:rPr lang="en-US" dirty="0" err="1" smtClean="0"/>
              <a:t>thẻ</a:t>
            </a:r>
            <a:r>
              <a:rPr lang="en-US" dirty="0" smtClean="0"/>
              <a:t> </a:t>
            </a:r>
            <a:r>
              <a:rPr lang="en-US" dirty="0" err="1" smtClean="0"/>
              <a:t>nào</a:t>
            </a:r>
            <a:r>
              <a:rPr lang="en-US" dirty="0" smtClean="0"/>
              <a:t> </a:t>
            </a:r>
            <a:r>
              <a:rPr lang="en-US" dirty="0" err="1" smtClean="0"/>
              <a:t>trong</a:t>
            </a:r>
            <a:r>
              <a:rPr lang="en-US" dirty="0" smtClean="0"/>
              <a:t> HTML</a:t>
            </a:r>
          </a:p>
          <a:p>
            <a:pPr lvl="1"/>
            <a:r>
              <a:rPr lang="en-US" dirty="0" err="1" smtClean="0"/>
              <a:t>Dựa</a:t>
            </a:r>
            <a:r>
              <a:rPr lang="en-US" dirty="0" smtClean="0"/>
              <a:t> </a:t>
            </a:r>
            <a:r>
              <a:rPr lang="en-US" dirty="0" err="1" smtClean="0"/>
              <a:t>trên</a:t>
            </a:r>
            <a:r>
              <a:rPr lang="en-US" dirty="0" smtClean="0"/>
              <a:t> </a:t>
            </a:r>
            <a:r>
              <a:rPr lang="en-US" dirty="0" err="1" smtClean="0"/>
              <a:t>nguyên</a:t>
            </a:r>
            <a:r>
              <a:rPr lang="en-US" dirty="0" smtClean="0"/>
              <a:t> </a:t>
            </a:r>
            <a:r>
              <a:rPr lang="en-US" dirty="0" err="1" smtClean="0"/>
              <a:t>mẫu</a:t>
            </a:r>
            <a:r>
              <a:rPr lang="en-US" dirty="0" smtClean="0"/>
              <a:t> </a:t>
            </a:r>
            <a:r>
              <a:rPr lang="en-US" dirty="0" err="1" smtClean="0"/>
              <a:t>của</a:t>
            </a:r>
            <a:r>
              <a:rPr lang="en-US" dirty="0" smtClean="0"/>
              <a:t> HTML: </a:t>
            </a:r>
            <a:r>
              <a:rPr lang="en-US" dirty="0" err="1" smtClean="0"/>
              <a:t>th:src</a:t>
            </a:r>
            <a:r>
              <a:rPr lang="en-US" dirty="0" smtClean="0"/>
              <a:t> </a:t>
            </a:r>
            <a:r>
              <a:rPr lang="en-US" dirty="0" err="1" smtClean="0"/>
              <a:t>vì</a:t>
            </a:r>
            <a:r>
              <a:rPr lang="en-US" dirty="0" smtClean="0"/>
              <a:t> </a:t>
            </a:r>
            <a:r>
              <a:rPr lang="en-US" dirty="0" err="1" smtClean="0"/>
              <a:t>src</a:t>
            </a:r>
            <a:r>
              <a:rPr lang="en-US" dirty="0" smtClean="0"/>
              <a:t> </a:t>
            </a:r>
            <a:r>
              <a:rPr lang="en-US" dirty="0" err="1" smtClean="0"/>
              <a:t>là</a:t>
            </a:r>
            <a:r>
              <a:rPr lang="en-US" dirty="0" smtClean="0"/>
              <a:t> </a:t>
            </a:r>
            <a:r>
              <a:rPr lang="en-US" dirty="0" err="1" smtClean="0"/>
              <a:t>thuộc</a:t>
            </a:r>
            <a:r>
              <a:rPr lang="en-US" dirty="0" smtClean="0"/>
              <a:t> </a:t>
            </a:r>
            <a:r>
              <a:rPr lang="en-US" dirty="0" err="1" smtClean="0"/>
              <a:t>tính</a:t>
            </a:r>
            <a:r>
              <a:rPr lang="en-US" dirty="0" smtClean="0"/>
              <a:t> </a:t>
            </a:r>
            <a:r>
              <a:rPr lang="en-US" dirty="0" err="1" smtClean="0"/>
              <a:t>của</a:t>
            </a:r>
            <a:r>
              <a:rPr lang="en-US" dirty="0" smtClean="0"/>
              <a:t> </a:t>
            </a:r>
            <a:r>
              <a:rPr lang="en-US" dirty="0" err="1" smtClean="0"/>
              <a:t>thẻ</a:t>
            </a:r>
            <a:r>
              <a:rPr lang="en-US" dirty="0" smtClean="0"/>
              <a:t> </a:t>
            </a:r>
            <a:r>
              <a:rPr lang="en-US" dirty="0" err="1" smtClean="0"/>
              <a:t>img</a:t>
            </a:r>
            <a:r>
              <a:rPr lang="en-US" dirty="0" smtClean="0"/>
              <a:t> </a:t>
            </a:r>
            <a:r>
              <a:rPr lang="en-US" dirty="0" err="1" smtClean="0"/>
              <a:t>trong</a:t>
            </a:r>
            <a:r>
              <a:rPr lang="en-US" dirty="0" smtClean="0"/>
              <a:t> HTML.</a:t>
            </a:r>
          </a:p>
          <a:p>
            <a:r>
              <a:rPr lang="en-US" dirty="0" err="1" smtClean="0"/>
              <a:t>Biểu</a:t>
            </a:r>
            <a:r>
              <a:rPr lang="en-US" dirty="0" smtClean="0"/>
              <a:t> </a:t>
            </a:r>
            <a:r>
              <a:rPr lang="en-US" dirty="0" err="1" smtClean="0"/>
              <a:t>thức</a:t>
            </a:r>
            <a:endParaRPr lang="en-US" dirty="0" smtClean="0"/>
          </a:p>
          <a:p>
            <a:pPr lvl="1"/>
            <a:r>
              <a:rPr lang="en-US" dirty="0" smtClean="0"/>
              <a:t>${}</a:t>
            </a:r>
          </a:p>
          <a:p>
            <a:pPr lvl="1"/>
            <a:r>
              <a:rPr lang="en-US" dirty="0" smtClean="0"/>
              <a:t>@{}</a:t>
            </a:r>
          </a:p>
          <a:p>
            <a:pPr lvl="1"/>
            <a:r>
              <a:rPr lang="en-US" dirty="0" smtClean="0"/>
              <a:t>…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313140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ipple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Thymeleaf</a:t>
            </a:r>
            <a:r>
              <a:rPr lang="en-US" dirty="0" smtClean="0"/>
              <a:t> Template</a:t>
            </a:r>
            <a:endParaRPr lang="en-US" dirty="0"/>
          </a:p>
        </p:txBody>
      </p:sp>
      <p:graphicFrame>
        <p:nvGraphicFramePr>
          <p:cNvPr id="10" name="Diagram 9"/>
          <p:cNvGraphicFramePr/>
          <p:nvPr>
            <p:extLst>
              <p:ext uri="{D42A27DB-BD31-4B8C-83A1-F6EECF244321}">
                <p14:modId xmlns:p14="http://schemas.microsoft.com/office/powerpoint/2010/main" val="2608653674"/>
              </p:ext>
            </p:extLst>
          </p:nvPr>
        </p:nvGraphicFramePr>
        <p:xfrm>
          <a:off x="609600" y="1143000"/>
          <a:ext cx="10972800" cy="54102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118085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ipple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Directives &amp; </a:t>
            </a:r>
            <a:r>
              <a:rPr lang="en-US" dirty="0" err="1" smtClean="0"/>
              <a:t>Preceeding</a:t>
            </a:r>
            <a:r>
              <a:rPr lang="en-US" dirty="0" smtClean="0"/>
              <a:t> (</a:t>
            </a:r>
            <a:r>
              <a:rPr lang="en-US" dirty="0" err="1" smtClean="0"/>
              <a:t>thứ</a:t>
            </a:r>
            <a:r>
              <a:rPr lang="en-US" dirty="0" smtClean="0"/>
              <a:t> </a:t>
            </a:r>
            <a:r>
              <a:rPr lang="en-US" dirty="0" err="1" smtClean="0"/>
              <a:t>tự</a:t>
            </a:r>
            <a:r>
              <a:rPr lang="en-US" dirty="0" smtClean="0"/>
              <a:t> </a:t>
            </a:r>
            <a:r>
              <a:rPr lang="en-US" dirty="0" err="1" smtClean="0"/>
              <a:t>ưu</a:t>
            </a:r>
            <a:r>
              <a:rPr lang="en-US" dirty="0" smtClean="0"/>
              <a:t> </a:t>
            </a:r>
            <a:r>
              <a:rPr lang="en-US" dirty="0" err="1" smtClean="0"/>
              <a:t>tiên</a:t>
            </a:r>
            <a:r>
              <a:rPr lang="en-US" dirty="0" smtClean="0"/>
              <a:t>)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1093043"/>
            <a:ext cx="10972800" cy="5383957"/>
          </a:xfrm>
          <a:prstGeom prst="rect">
            <a:avLst/>
          </a:prstGeom>
        </p:spPr>
      </p:pic>
      <p:sp>
        <p:nvSpPr>
          <p:cNvPr id="5" name="Down Arrow 4"/>
          <p:cNvSpPr/>
          <p:nvPr/>
        </p:nvSpPr>
        <p:spPr>
          <a:xfrm>
            <a:off x="5410200" y="1169243"/>
            <a:ext cx="304800" cy="5181600"/>
          </a:xfrm>
          <a:prstGeom prst="downArrow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81154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ipple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Thymeleaf Standard Expressions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en-US" b="1" dirty="0">
                <a:solidFill>
                  <a:srgbClr val="FF0000"/>
                </a:solidFill>
              </a:rPr>
              <a:t>${</a:t>
            </a:r>
            <a:r>
              <a:rPr lang="en-US" altLang="en-US" b="1" dirty="0" err="1" smtClean="0">
                <a:solidFill>
                  <a:srgbClr val="FF0000"/>
                </a:solidFill>
              </a:rPr>
              <a:t>expr</a:t>
            </a:r>
            <a:r>
              <a:rPr lang="en-US" altLang="en-US" b="1" dirty="0" smtClean="0">
                <a:solidFill>
                  <a:srgbClr val="FF0000"/>
                </a:solidFill>
              </a:rPr>
              <a:t>} - </a:t>
            </a:r>
            <a:r>
              <a:rPr lang="en-US" altLang="en-US" dirty="0" err="1" smtClean="0"/>
              <a:t>Biểu</a:t>
            </a:r>
            <a:r>
              <a:rPr lang="en-US" altLang="en-US" dirty="0" smtClean="0"/>
              <a:t> </a:t>
            </a:r>
            <a:r>
              <a:rPr lang="en-US" altLang="en-US" dirty="0" err="1" smtClean="0"/>
              <a:t>thức</a:t>
            </a:r>
            <a:r>
              <a:rPr lang="en-US" altLang="en-US" dirty="0" smtClean="0"/>
              <a:t> </a:t>
            </a:r>
            <a:r>
              <a:rPr lang="en-US" altLang="en-US" dirty="0" err="1" smtClean="0"/>
              <a:t>biến</a:t>
            </a:r>
            <a:r>
              <a:rPr lang="en-US" altLang="en-US" dirty="0" smtClean="0"/>
              <a:t> (variable expression)</a:t>
            </a:r>
          </a:p>
          <a:p>
            <a:pPr lvl="1"/>
            <a:r>
              <a:rPr lang="en-US" altLang="en-US" dirty="0" err="1" smtClean="0"/>
              <a:t>Truy</a:t>
            </a:r>
            <a:r>
              <a:rPr lang="en-US" altLang="en-US" dirty="0" smtClean="0"/>
              <a:t> </a:t>
            </a:r>
            <a:r>
              <a:rPr lang="en-US" altLang="en-US" dirty="0" err="1" smtClean="0"/>
              <a:t>xuất</a:t>
            </a:r>
            <a:r>
              <a:rPr lang="en-US" altLang="en-US" dirty="0" smtClean="0"/>
              <a:t> </a:t>
            </a:r>
            <a:r>
              <a:rPr lang="en-US" altLang="en-US" dirty="0" err="1" smtClean="0"/>
              <a:t>các</a:t>
            </a:r>
            <a:r>
              <a:rPr lang="en-US" altLang="en-US" dirty="0" smtClean="0"/>
              <a:t> </a:t>
            </a:r>
            <a:r>
              <a:rPr lang="en-US" altLang="en-US" dirty="0" err="1" smtClean="0"/>
              <a:t>biến</a:t>
            </a:r>
            <a:r>
              <a:rPr lang="en-US" altLang="en-US" dirty="0" smtClean="0"/>
              <a:t> </a:t>
            </a:r>
            <a:r>
              <a:rPr lang="en-US" altLang="en-US" dirty="0" err="1" smtClean="0"/>
              <a:t>trong</a:t>
            </a:r>
            <a:r>
              <a:rPr lang="en-US" altLang="en-US" dirty="0" smtClean="0"/>
              <a:t> Model, session, application, </a:t>
            </a:r>
            <a:r>
              <a:rPr lang="en-US" altLang="en-US" dirty="0" err="1" smtClean="0"/>
              <a:t>param</a:t>
            </a:r>
            <a:r>
              <a:rPr lang="en-US" altLang="en-US" dirty="0" smtClean="0"/>
              <a:t>…</a:t>
            </a:r>
          </a:p>
          <a:p>
            <a:r>
              <a:rPr lang="en-US" altLang="en-US" b="1" dirty="0" smtClean="0">
                <a:solidFill>
                  <a:srgbClr val="FF0000"/>
                </a:solidFill>
              </a:rPr>
              <a:t>*{</a:t>
            </a:r>
            <a:r>
              <a:rPr lang="en-US" altLang="en-US" b="1" dirty="0" err="1" smtClean="0">
                <a:solidFill>
                  <a:srgbClr val="FF0000"/>
                </a:solidFill>
              </a:rPr>
              <a:t>expr</a:t>
            </a:r>
            <a:r>
              <a:rPr lang="en-US" altLang="en-US" b="1" dirty="0" smtClean="0">
                <a:solidFill>
                  <a:srgbClr val="FF0000"/>
                </a:solidFill>
              </a:rPr>
              <a:t>} - </a:t>
            </a:r>
            <a:r>
              <a:rPr lang="en-US" altLang="en-US" dirty="0" err="1" smtClean="0"/>
              <a:t>Biểu</a:t>
            </a:r>
            <a:r>
              <a:rPr lang="en-US" altLang="en-US" dirty="0" smtClean="0"/>
              <a:t> </a:t>
            </a:r>
            <a:r>
              <a:rPr lang="en-US" altLang="en-US" dirty="0" err="1" smtClean="0"/>
              <a:t>thức</a:t>
            </a:r>
            <a:r>
              <a:rPr lang="en-US" altLang="en-US" dirty="0" smtClean="0"/>
              <a:t> </a:t>
            </a:r>
            <a:r>
              <a:rPr lang="en-US" altLang="en-US" dirty="0" err="1" smtClean="0"/>
              <a:t>lựa</a:t>
            </a:r>
            <a:r>
              <a:rPr lang="en-US" altLang="en-US" dirty="0" smtClean="0"/>
              <a:t> </a:t>
            </a:r>
            <a:r>
              <a:rPr lang="en-US" altLang="en-US" dirty="0" err="1" smtClean="0"/>
              <a:t>chọn</a:t>
            </a:r>
            <a:r>
              <a:rPr lang="en-US" altLang="en-US" dirty="0" smtClean="0"/>
              <a:t> (selection expression):</a:t>
            </a:r>
            <a:endParaRPr lang="en-US" altLang="en-US" b="1" dirty="0">
              <a:solidFill>
                <a:srgbClr val="FF0000"/>
              </a:solidFill>
            </a:endParaRPr>
          </a:p>
          <a:p>
            <a:pPr lvl="1"/>
            <a:r>
              <a:rPr lang="en-US" altLang="en-US" dirty="0" err="1" smtClean="0"/>
              <a:t>Truy</a:t>
            </a:r>
            <a:r>
              <a:rPr lang="en-US" altLang="en-US" dirty="0" smtClean="0"/>
              <a:t> </a:t>
            </a:r>
            <a:r>
              <a:rPr lang="en-US" altLang="en-US" dirty="0" err="1" smtClean="0"/>
              <a:t>xuất</a:t>
            </a:r>
            <a:r>
              <a:rPr lang="en-US" altLang="en-US" dirty="0" smtClean="0"/>
              <a:t> </a:t>
            </a:r>
            <a:r>
              <a:rPr lang="en-US" altLang="en-US" dirty="0" err="1" smtClean="0"/>
              <a:t>các</a:t>
            </a:r>
            <a:r>
              <a:rPr lang="en-US" altLang="en-US" dirty="0" smtClean="0"/>
              <a:t> </a:t>
            </a:r>
            <a:r>
              <a:rPr lang="en-US" altLang="en-US" dirty="0" err="1" smtClean="0"/>
              <a:t>thuộc</a:t>
            </a:r>
            <a:r>
              <a:rPr lang="en-US" altLang="en-US" dirty="0" smtClean="0"/>
              <a:t> </a:t>
            </a:r>
            <a:r>
              <a:rPr lang="en-US" altLang="en-US" dirty="0" err="1" smtClean="0"/>
              <a:t>tính</a:t>
            </a:r>
            <a:r>
              <a:rPr lang="en-US" altLang="en-US" dirty="0" smtClean="0"/>
              <a:t> </a:t>
            </a:r>
            <a:r>
              <a:rPr lang="en-US" altLang="en-US" dirty="0" err="1" smtClean="0"/>
              <a:t>của</a:t>
            </a:r>
            <a:r>
              <a:rPr lang="en-US" altLang="en-US" dirty="0" smtClean="0"/>
              <a:t> bean </a:t>
            </a:r>
            <a:r>
              <a:rPr lang="en-US" altLang="en-US" dirty="0" err="1" smtClean="0"/>
              <a:t>được</a:t>
            </a:r>
            <a:r>
              <a:rPr lang="en-US" altLang="en-US" dirty="0" smtClean="0"/>
              <a:t> </a:t>
            </a:r>
            <a:r>
              <a:rPr lang="en-US" altLang="en-US" dirty="0" err="1" smtClean="0"/>
              <a:t>chọn</a:t>
            </a:r>
            <a:r>
              <a:rPr lang="en-US" altLang="en-US" dirty="0" smtClean="0"/>
              <a:t> </a:t>
            </a:r>
            <a:r>
              <a:rPr lang="en-US" altLang="en-US" dirty="0" err="1" smtClean="0"/>
              <a:t>bởi</a:t>
            </a:r>
            <a:r>
              <a:rPr lang="en-US" altLang="en-US" dirty="0" smtClean="0"/>
              <a:t> directive </a:t>
            </a:r>
            <a:r>
              <a:rPr lang="en-US" altLang="en-US" dirty="0" err="1" smtClean="0"/>
              <a:t>th:object</a:t>
            </a:r>
            <a:endParaRPr lang="en-US" altLang="en-US" dirty="0" smtClean="0"/>
          </a:p>
          <a:p>
            <a:r>
              <a:rPr lang="en-US" altLang="en-US" b="1" dirty="0" smtClean="0">
                <a:solidFill>
                  <a:srgbClr val="FF0000"/>
                </a:solidFill>
              </a:rPr>
              <a:t>#{</a:t>
            </a:r>
            <a:r>
              <a:rPr lang="en-US" altLang="en-US" b="1" dirty="0" err="1" smtClean="0">
                <a:solidFill>
                  <a:srgbClr val="FF0000"/>
                </a:solidFill>
              </a:rPr>
              <a:t>expr</a:t>
            </a:r>
            <a:r>
              <a:rPr lang="en-US" altLang="en-US" b="1" dirty="0" smtClean="0">
                <a:solidFill>
                  <a:srgbClr val="FF0000"/>
                </a:solidFill>
              </a:rPr>
              <a:t>} - </a:t>
            </a:r>
            <a:r>
              <a:rPr lang="en-US" altLang="en-US" dirty="0" err="1" smtClean="0"/>
              <a:t>Biểu</a:t>
            </a:r>
            <a:r>
              <a:rPr lang="en-US" altLang="en-US" dirty="0" smtClean="0"/>
              <a:t> </a:t>
            </a:r>
            <a:r>
              <a:rPr lang="en-US" altLang="en-US" dirty="0" err="1" smtClean="0"/>
              <a:t>thức</a:t>
            </a:r>
            <a:r>
              <a:rPr lang="en-US" altLang="en-US" dirty="0" smtClean="0"/>
              <a:t> </a:t>
            </a:r>
            <a:r>
              <a:rPr lang="en-US" altLang="en-US" dirty="0" err="1" smtClean="0"/>
              <a:t>thông</a:t>
            </a:r>
            <a:r>
              <a:rPr lang="en-US" altLang="en-US" dirty="0" smtClean="0"/>
              <a:t> </a:t>
            </a:r>
            <a:r>
              <a:rPr lang="en-US" altLang="en-US" dirty="0" err="1" smtClean="0"/>
              <a:t>điệp</a:t>
            </a:r>
            <a:r>
              <a:rPr lang="en-US" altLang="en-US" dirty="0" smtClean="0"/>
              <a:t> (message expression):</a:t>
            </a:r>
            <a:endParaRPr lang="en-US" altLang="en-US" b="1" dirty="0">
              <a:solidFill>
                <a:srgbClr val="FF0000"/>
              </a:solidFill>
            </a:endParaRPr>
          </a:p>
          <a:p>
            <a:pPr lvl="1"/>
            <a:r>
              <a:rPr lang="en-US" altLang="en-US" dirty="0" err="1" smtClean="0"/>
              <a:t>Truy</a:t>
            </a:r>
            <a:r>
              <a:rPr lang="en-US" altLang="en-US" dirty="0" smtClean="0"/>
              <a:t> </a:t>
            </a:r>
            <a:r>
              <a:rPr lang="en-US" altLang="en-US" dirty="0" err="1" smtClean="0"/>
              <a:t>xuất</a:t>
            </a:r>
            <a:r>
              <a:rPr lang="en-US" altLang="en-US" dirty="0" smtClean="0"/>
              <a:t> </a:t>
            </a:r>
            <a:r>
              <a:rPr lang="en-US" altLang="en-US" dirty="0" err="1" smtClean="0"/>
              <a:t>các</a:t>
            </a:r>
            <a:r>
              <a:rPr lang="en-US" altLang="en-US" dirty="0" smtClean="0"/>
              <a:t> message </a:t>
            </a:r>
            <a:r>
              <a:rPr lang="en-US" altLang="en-US" dirty="0" err="1" smtClean="0"/>
              <a:t>khai</a:t>
            </a:r>
            <a:r>
              <a:rPr lang="en-US" altLang="en-US" dirty="0" smtClean="0"/>
              <a:t> </a:t>
            </a:r>
            <a:r>
              <a:rPr lang="en-US" altLang="en-US" dirty="0" err="1" smtClean="0"/>
              <a:t>báo</a:t>
            </a:r>
            <a:r>
              <a:rPr lang="en-US" altLang="en-US" dirty="0" smtClean="0"/>
              <a:t> </a:t>
            </a:r>
            <a:r>
              <a:rPr lang="en-US" altLang="en-US" dirty="0" err="1" smtClean="0"/>
              <a:t>trong</a:t>
            </a:r>
            <a:r>
              <a:rPr lang="en-US" altLang="en-US" dirty="0" smtClean="0"/>
              <a:t> </a:t>
            </a:r>
            <a:r>
              <a:rPr lang="en-US" altLang="en-US" dirty="0" err="1" smtClean="0"/>
              <a:t>tài</a:t>
            </a:r>
            <a:r>
              <a:rPr lang="en-US" altLang="en-US" dirty="0" smtClean="0"/>
              <a:t> </a:t>
            </a:r>
            <a:r>
              <a:rPr lang="en-US" altLang="en-US" dirty="0" err="1" smtClean="0"/>
              <a:t>nguyên</a:t>
            </a:r>
            <a:r>
              <a:rPr lang="en-US" altLang="en-US" dirty="0" smtClean="0"/>
              <a:t> </a:t>
            </a:r>
            <a:r>
              <a:rPr lang="en-US" altLang="en-US" dirty="0" err="1" smtClean="0"/>
              <a:t>đa</a:t>
            </a:r>
            <a:r>
              <a:rPr lang="en-US" altLang="en-US" dirty="0" smtClean="0"/>
              <a:t> </a:t>
            </a:r>
            <a:r>
              <a:rPr lang="en-US" altLang="en-US" dirty="0" err="1" smtClean="0"/>
              <a:t>ngôn</a:t>
            </a:r>
            <a:r>
              <a:rPr lang="en-US" altLang="en-US" dirty="0" smtClean="0"/>
              <a:t> </a:t>
            </a:r>
            <a:r>
              <a:rPr lang="en-US" altLang="en-US" dirty="0" err="1" smtClean="0"/>
              <a:t>ngữ</a:t>
            </a:r>
            <a:endParaRPr lang="en-US" altLang="en-US" dirty="0" smtClean="0"/>
          </a:p>
          <a:p>
            <a:r>
              <a:rPr lang="en-US" altLang="en-US" b="1" dirty="0" smtClean="0">
                <a:solidFill>
                  <a:srgbClr val="FF0000"/>
                </a:solidFill>
              </a:rPr>
              <a:t>@{</a:t>
            </a:r>
            <a:r>
              <a:rPr lang="en-US" altLang="en-US" b="1" dirty="0" err="1" smtClean="0">
                <a:solidFill>
                  <a:srgbClr val="FF0000"/>
                </a:solidFill>
              </a:rPr>
              <a:t>expr</a:t>
            </a:r>
            <a:r>
              <a:rPr lang="en-US" altLang="en-US" b="1" dirty="0" smtClean="0">
                <a:solidFill>
                  <a:srgbClr val="FF0000"/>
                </a:solidFill>
              </a:rPr>
              <a:t>} - </a:t>
            </a:r>
            <a:r>
              <a:rPr lang="en-US" altLang="en-US" dirty="0" err="1" smtClean="0"/>
              <a:t>Biểu</a:t>
            </a:r>
            <a:r>
              <a:rPr lang="en-US" altLang="en-US" dirty="0" smtClean="0"/>
              <a:t> </a:t>
            </a:r>
            <a:r>
              <a:rPr lang="en-US" altLang="en-US" dirty="0" err="1" smtClean="0"/>
              <a:t>thức</a:t>
            </a:r>
            <a:r>
              <a:rPr lang="en-US" altLang="en-US" dirty="0" smtClean="0"/>
              <a:t> </a:t>
            </a:r>
            <a:r>
              <a:rPr lang="en-US" altLang="en-US" dirty="0" err="1" smtClean="0"/>
              <a:t>đường</a:t>
            </a:r>
            <a:r>
              <a:rPr lang="en-US" altLang="en-US" dirty="0" smtClean="0"/>
              <a:t> </a:t>
            </a:r>
            <a:r>
              <a:rPr lang="en-US" altLang="en-US" dirty="0" err="1" smtClean="0"/>
              <a:t>dẫn</a:t>
            </a:r>
            <a:r>
              <a:rPr lang="en-US" altLang="en-US" dirty="0" smtClean="0"/>
              <a:t> (URL expression):</a:t>
            </a:r>
            <a:endParaRPr lang="en-US" altLang="en-US" b="1" dirty="0">
              <a:solidFill>
                <a:srgbClr val="FF0000"/>
              </a:solidFill>
            </a:endParaRPr>
          </a:p>
          <a:p>
            <a:pPr lvl="1"/>
            <a:r>
              <a:rPr lang="en-US" altLang="en-US" dirty="0" err="1" smtClean="0"/>
              <a:t>Truy</a:t>
            </a:r>
            <a:r>
              <a:rPr lang="en-US" altLang="en-US" dirty="0" smtClean="0"/>
              <a:t> </a:t>
            </a:r>
            <a:r>
              <a:rPr lang="en-US" altLang="en-US" dirty="0" err="1" smtClean="0"/>
              <a:t>xuất</a:t>
            </a:r>
            <a:r>
              <a:rPr lang="en-US" altLang="en-US" dirty="0" smtClean="0"/>
              <a:t> </a:t>
            </a:r>
            <a:r>
              <a:rPr lang="en-US" altLang="en-US" dirty="0" err="1" smtClean="0"/>
              <a:t>các</a:t>
            </a:r>
            <a:r>
              <a:rPr lang="en-US" altLang="en-US" dirty="0" smtClean="0"/>
              <a:t> </a:t>
            </a:r>
            <a:r>
              <a:rPr lang="en-US" altLang="en-US" dirty="0" err="1" smtClean="0"/>
              <a:t>biến</a:t>
            </a:r>
            <a:r>
              <a:rPr lang="en-US" altLang="en-US" dirty="0" smtClean="0"/>
              <a:t> </a:t>
            </a:r>
            <a:r>
              <a:rPr lang="en-US" altLang="en-US" dirty="0" err="1" smtClean="0"/>
              <a:t>và</a:t>
            </a:r>
            <a:r>
              <a:rPr lang="en-US" altLang="en-US" dirty="0" smtClean="0"/>
              <a:t> </a:t>
            </a:r>
            <a:r>
              <a:rPr lang="en-US" altLang="en-US" dirty="0" err="1" smtClean="0"/>
              <a:t>tạo</a:t>
            </a:r>
            <a:r>
              <a:rPr lang="en-US" altLang="en-US" dirty="0" smtClean="0"/>
              <a:t> </a:t>
            </a:r>
            <a:r>
              <a:rPr lang="en-US" altLang="en-US" dirty="0" err="1" smtClean="0"/>
              <a:t>ra</a:t>
            </a:r>
            <a:r>
              <a:rPr lang="en-US" altLang="en-US" dirty="0" smtClean="0"/>
              <a:t> </a:t>
            </a:r>
            <a:r>
              <a:rPr lang="en-US" altLang="en-US" dirty="0" err="1" smtClean="0"/>
              <a:t>đường</a:t>
            </a:r>
            <a:r>
              <a:rPr lang="en-US" altLang="en-US" dirty="0" smtClean="0"/>
              <a:t> </a:t>
            </a:r>
            <a:r>
              <a:rPr lang="en-US" altLang="en-US" dirty="0" err="1" smtClean="0"/>
              <a:t>dẫn</a:t>
            </a:r>
            <a:endParaRPr lang="en-US" altLang="en-US" dirty="0" smtClean="0"/>
          </a:p>
          <a:p>
            <a:r>
              <a:rPr lang="en-US" altLang="en-US" b="1" dirty="0" smtClean="0">
                <a:solidFill>
                  <a:srgbClr val="FF0000"/>
                </a:solidFill>
              </a:rPr>
              <a:t>~{</a:t>
            </a:r>
            <a:r>
              <a:rPr lang="en-US" altLang="en-US" b="1" dirty="0" err="1" smtClean="0">
                <a:solidFill>
                  <a:srgbClr val="FF0000"/>
                </a:solidFill>
              </a:rPr>
              <a:t>expr</a:t>
            </a:r>
            <a:r>
              <a:rPr lang="en-US" altLang="en-US" b="1" dirty="0" smtClean="0">
                <a:solidFill>
                  <a:srgbClr val="FF0000"/>
                </a:solidFill>
              </a:rPr>
              <a:t>} - </a:t>
            </a:r>
            <a:r>
              <a:rPr lang="en-US" altLang="en-US" dirty="0" err="1" smtClean="0"/>
              <a:t>Biểu</a:t>
            </a:r>
            <a:r>
              <a:rPr lang="en-US" altLang="en-US" dirty="0" smtClean="0"/>
              <a:t> </a:t>
            </a:r>
            <a:r>
              <a:rPr lang="en-US" altLang="en-US" dirty="0" err="1" smtClean="0"/>
              <a:t>thức</a:t>
            </a:r>
            <a:r>
              <a:rPr lang="en-US" altLang="en-US" dirty="0" smtClean="0"/>
              <a:t> </a:t>
            </a:r>
            <a:r>
              <a:rPr lang="en-US" altLang="en-US" dirty="0" err="1" smtClean="0"/>
              <a:t>phân</a:t>
            </a:r>
            <a:r>
              <a:rPr lang="en-US" altLang="en-US" dirty="0" smtClean="0"/>
              <a:t> </a:t>
            </a:r>
            <a:r>
              <a:rPr lang="en-US" altLang="en-US" dirty="0" err="1" smtClean="0"/>
              <a:t>đoạn</a:t>
            </a:r>
            <a:r>
              <a:rPr lang="en-US" altLang="en-US" dirty="0" smtClean="0"/>
              <a:t> (fragment expression):</a:t>
            </a:r>
            <a:endParaRPr lang="en-US" altLang="en-US" b="1" dirty="0">
              <a:solidFill>
                <a:srgbClr val="FF0000"/>
              </a:solidFill>
            </a:endParaRPr>
          </a:p>
          <a:p>
            <a:pPr lvl="1"/>
            <a:r>
              <a:rPr lang="en-US" altLang="en-US" dirty="0" err="1" smtClean="0"/>
              <a:t>Truy</a:t>
            </a:r>
            <a:r>
              <a:rPr lang="en-US" altLang="en-US" dirty="0" smtClean="0"/>
              <a:t> </a:t>
            </a:r>
            <a:r>
              <a:rPr lang="en-US" altLang="en-US" dirty="0" err="1" smtClean="0"/>
              <a:t>xuất</a:t>
            </a:r>
            <a:r>
              <a:rPr lang="en-US" altLang="en-US" dirty="0" smtClean="0"/>
              <a:t> </a:t>
            </a:r>
            <a:r>
              <a:rPr lang="en-US" altLang="en-US" dirty="0" err="1" smtClean="0"/>
              <a:t>các</a:t>
            </a:r>
            <a:r>
              <a:rPr lang="en-US" altLang="en-US" dirty="0" smtClean="0"/>
              <a:t> </a:t>
            </a:r>
            <a:r>
              <a:rPr lang="en-US" altLang="en-US" dirty="0" err="1" smtClean="0"/>
              <a:t>phân</a:t>
            </a:r>
            <a:r>
              <a:rPr lang="en-US" altLang="en-US" dirty="0" smtClean="0"/>
              <a:t> </a:t>
            </a:r>
            <a:r>
              <a:rPr lang="en-US" altLang="en-US" dirty="0" err="1" smtClean="0"/>
              <a:t>đoạn</a:t>
            </a:r>
            <a:r>
              <a:rPr lang="en-US" altLang="en-US" dirty="0" smtClean="0"/>
              <a:t> template </a:t>
            </a:r>
            <a:r>
              <a:rPr lang="en-US" altLang="en-US" dirty="0" err="1" smtClean="0"/>
              <a:t>được</a:t>
            </a:r>
            <a:r>
              <a:rPr lang="en-US" altLang="en-US" dirty="0" smtClean="0"/>
              <a:t> </a:t>
            </a:r>
            <a:r>
              <a:rPr lang="en-US" altLang="en-US" dirty="0" err="1" smtClean="0"/>
              <a:t>khai</a:t>
            </a:r>
            <a:r>
              <a:rPr lang="en-US" altLang="en-US" dirty="0" smtClean="0"/>
              <a:t> </a:t>
            </a:r>
            <a:r>
              <a:rPr lang="en-US" altLang="en-US" dirty="0" err="1" smtClean="0"/>
              <a:t>báo</a:t>
            </a:r>
            <a:r>
              <a:rPr lang="en-US" altLang="en-US" dirty="0" smtClean="0"/>
              <a:t> </a:t>
            </a:r>
            <a:r>
              <a:rPr lang="en-US" altLang="en-US" dirty="0" err="1" smtClean="0"/>
              <a:t>trong</a:t>
            </a:r>
            <a:r>
              <a:rPr lang="en-US" altLang="en-US" dirty="0" smtClean="0"/>
              <a:t> file template </a:t>
            </a:r>
            <a:r>
              <a:rPr lang="en-US" altLang="en-US" dirty="0" err="1" smtClean="0"/>
              <a:t>nào</a:t>
            </a:r>
            <a:r>
              <a:rPr lang="en-US" altLang="en-US" dirty="0" smtClean="0"/>
              <a:t> </a:t>
            </a:r>
            <a:r>
              <a:rPr lang="en-US" altLang="en-US" dirty="0" err="1" smtClean="0"/>
              <a:t>đó</a:t>
            </a:r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27865216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ipple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uiExpand="1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3919557" y="2967335"/>
            <a:ext cx="3372462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/>
              <a:lightRig rig="glow" dir="tl">
                <a:rot lat="0" lon="0" rev="5400000"/>
              </a:lightRig>
            </a:scene3d>
            <a:sp3d contourW="12700">
              <a:bevelT w="25400" h="25400"/>
              <a:contourClr>
                <a:schemeClr val="accent6">
                  <a:shade val="73000"/>
                </a:schemeClr>
              </a:contourClr>
            </a:sp3d>
          </a:bodyPr>
          <a:lstStyle/>
          <a:p>
            <a:r>
              <a:rPr lang="en-US" sz="5400" b="1" cap="small" dirty="0" smtClean="0">
                <a:ln w="11430"/>
                <a:gradFill>
                  <a:gsLst>
                    <a:gs pos="0">
                      <a:schemeClr val="accent6">
                        <a:tint val="90000"/>
                        <a:satMod val="120000"/>
                      </a:schemeClr>
                    </a:gs>
                    <a:gs pos="25000">
                      <a:schemeClr val="accent6">
                        <a:tint val="93000"/>
                        <a:satMod val="120000"/>
                      </a:schemeClr>
                    </a:gs>
                    <a:gs pos="50000">
                      <a:schemeClr val="accent6">
                        <a:shade val="89000"/>
                        <a:satMod val="110000"/>
                      </a:schemeClr>
                    </a:gs>
                    <a:gs pos="75000">
                      <a:schemeClr val="accent6">
                        <a:tint val="93000"/>
                        <a:satMod val="120000"/>
                      </a:schemeClr>
                    </a:gs>
                    <a:gs pos="100000">
                      <a:schemeClr val="accent6">
                        <a:tint val="90000"/>
                        <a:satMod val="120000"/>
                      </a:schemeClr>
                    </a:gs>
                  </a:gsLst>
                  <a:lin ang="5400000"/>
                </a:gradFill>
                <a:effectLst>
                  <a:outerShdw blurRad="80000" dist="40000" dir="5040000" algn="tl">
                    <a:srgbClr val="000000">
                      <a:alpha val="30000"/>
                    </a:srgbClr>
                  </a:outerShdw>
                </a:effectLst>
              </a:rPr>
              <a:t>Expressions</a:t>
            </a:r>
          </a:p>
        </p:txBody>
      </p:sp>
      <p:cxnSp>
        <p:nvCxnSpPr>
          <p:cNvPr id="3" name="Straight Connector 2"/>
          <p:cNvCxnSpPr/>
          <p:nvPr/>
        </p:nvCxnSpPr>
        <p:spPr>
          <a:xfrm>
            <a:off x="762000" y="3886200"/>
            <a:ext cx="10744200" cy="0"/>
          </a:xfrm>
          <a:prstGeom prst="line">
            <a:avLst/>
          </a:prstGeom>
          <a:ln w="76200" cmpd="thinThick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7870" y="1143000"/>
            <a:ext cx="2543530" cy="3781953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3934094185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fractur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${} - Simple Variable Expression</a:t>
            </a:r>
            <a:endParaRPr lang="en-US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2005535"/>
            <a:ext cx="6625275" cy="3861865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45187" y="4038600"/>
            <a:ext cx="4780699" cy="2604514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2455" y="1066800"/>
            <a:ext cx="5306165" cy="2124371"/>
          </a:xfrm>
          <a:prstGeom prst="rect">
            <a:avLst/>
          </a:prstGeom>
        </p:spPr>
      </p:pic>
      <p:sp>
        <p:nvSpPr>
          <p:cNvPr id="14" name="Bent-Up Arrow 13"/>
          <p:cNvSpPr/>
          <p:nvPr/>
        </p:nvSpPr>
        <p:spPr>
          <a:xfrm rot="5400000">
            <a:off x="5655564" y="5698236"/>
            <a:ext cx="850392" cy="731520"/>
          </a:xfrm>
          <a:prstGeom prst="bentUpArrow">
            <a:avLst/>
          </a:prstGeom>
          <a:ln w="3175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Down Arrow 14"/>
          <p:cNvSpPr/>
          <p:nvPr/>
        </p:nvSpPr>
        <p:spPr>
          <a:xfrm rot="10800000">
            <a:off x="8693220" y="3203612"/>
            <a:ext cx="484632" cy="758788"/>
          </a:xfrm>
          <a:prstGeom prst="downArrow">
            <a:avLst/>
          </a:prstGeom>
          <a:ln w="3175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92330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ipple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${} - Bean property Variable Expression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42246" y="980361"/>
            <a:ext cx="4040154" cy="3820239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599" y="981916"/>
            <a:ext cx="5086826" cy="2621563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2845" y="3505200"/>
            <a:ext cx="6927125" cy="3200400"/>
          </a:xfrm>
          <a:prstGeom prst="rect">
            <a:avLst/>
          </a:prstGeom>
          <a:ln>
            <a:solidFill>
              <a:schemeClr val="accent1"/>
            </a:solidFill>
          </a:ln>
        </p:spPr>
      </p:pic>
    </p:spTree>
    <p:extLst>
      <p:ext uri="{BB962C8B-B14F-4D97-AF65-F5344CB8AC3E}">
        <p14:creationId xmlns:p14="http://schemas.microsoft.com/office/powerpoint/2010/main" val="20130804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ipple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*{}: Selection Expression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4724400"/>
            <a:ext cx="10972800" cy="1600200"/>
          </a:xfrm>
        </p:spPr>
        <p:txBody>
          <a:bodyPr/>
          <a:lstStyle/>
          <a:p>
            <a:r>
              <a:rPr lang="en-US" dirty="0" err="1"/>
              <a:t>t</a:t>
            </a:r>
            <a:r>
              <a:rPr lang="en-US" dirty="0" err="1" smtClean="0"/>
              <a:t>h:object</a:t>
            </a:r>
            <a:r>
              <a:rPr lang="en-US" dirty="0" smtClean="0"/>
              <a:t>=“${student}”: </a:t>
            </a:r>
            <a:r>
              <a:rPr lang="en-US" dirty="0" err="1" smtClean="0"/>
              <a:t>chọn</a:t>
            </a:r>
            <a:r>
              <a:rPr lang="en-US" dirty="0" smtClean="0"/>
              <a:t> </a:t>
            </a:r>
            <a:r>
              <a:rPr lang="en-US" dirty="0" err="1" smtClean="0"/>
              <a:t>đối</a:t>
            </a:r>
            <a:r>
              <a:rPr lang="en-US" dirty="0" smtClean="0"/>
              <a:t> </a:t>
            </a:r>
            <a:r>
              <a:rPr lang="en-US" dirty="0" err="1" smtClean="0"/>
              <a:t>tượng</a:t>
            </a:r>
            <a:endParaRPr lang="en-US" dirty="0" smtClean="0"/>
          </a:p>
          <a:p>
            <a:r>
              <a:rPr lang="en-US" dirty="0" smtClean="0"/>
              <a:t>*{</a:t>
            </a:r>
            <a:r>
              <a:rPr lang="en-US" dirty="0" err="1" smtClean="0"/>
              <a:t>fullname</a:t>
            </a:r>
            <a:r>
              <a:rPr lang="en-US" dirty="0" smtClean="0"/>
              <a:t>}: </a:t>
            </a:r>
            <a:r>
              <a:rPr lang="en-US" dirty="0" err="1" smtClean="0"/>
              <a:t>truy</a:t>
            </a:r>
            <a:r>
              <a:rPr lang="en-US" dirty="0" smtClean="0"/>
              <a:t> </a:t>
            </a:r>
            <a:r>
              <a:rPr lang="en-US" dirty="0" err="1" smtClean="0"/>
              <a:t>xuất</a:t>
            </a:r>
            <a:r>
              <a:rPr lang="en-US" dirty="0" smtClean="0"/>
              <a:t> </a:t>
            </a:r>
            <a:r>
              <a:rPr lang="en-US" dirty="0" err="1" smtClean="0"/>
              <a:t>thuộc</a:t>
            </a:r>
            <a:r>
              <a:rPr lang="en-US" dirty="0" smtClean="0"/>
              <a:t> </a:t>
            </a:r>
            <a:r>
              <a:rPr lang="en-US" dirty="0" err="1" smtClean="0"/>
              <a:t>tính</a:t>
            </a:r>
            <a:r>
              <a:rPr lang="en-US" dirty="0" smtClean="0"/>
              <a:t> </a:t>
            </a:r>
            <a:r>
              <a:rPr lang="en-US" dirty="0" err="1" smtClean="0"/>
              <a:t>fullname</a:t>
            </a:r>
            <a:r>
              <a:rPr lang="en-US" dirty="0" smtClean="0"/>
              <a:t> (</a:t>
            </a:r>
            <a:r>
              <a:rPr lang="en-US" dirty="0" err="1" smtClean="0"/>
              <a:t>getFullname</a:t>
            </a:r>
            <a:r>
              <a:rPr lang="en-US" dirty="0" smtClean="0"/>
              <a:t>()) </a:t>
            </a:r>
            <a:r>
              <a:rPr lang="en-US" dirty="0" err="1" smtClean="0"/>
              <a:t>của</a:t>
            </a:r>
            <a:r>
              <a:rPr lang="en-US" dirty="0" smtClean="0"/>
              <a:t> </a:t>
            </a:r>
            <a:r>
              <a:rPr lang="en-US" dirty="0" err="1" smtClean="0"/>
              <a:t>đối</a:t>
            </a:r>
            <a:r>
              <a:rPr lang="en-US" dirty="0" smtClean="0"/>
              <a:t> </a:t>
            </a:r>
            <a:r>
              <a:rPr lang="en-US" dirty="0" err="1" smtClean="0"/>
              <a:t>tượng</a:t>
            </a:r>
            <a:r>
              <a:rPr lang="en-US" dirty="0" smtClean="0"/>
              <a:t> </a:t>
            </a:r>
            <a:r>
              <a:rPr lang="en-US" dirty="0" err="1" smtClean="0"/>
              <a:t>đã</a:t>
            </a:r>
            <a:r>
              <a:rPr lang="en-US" dirty="0" smtClean="0"/>
              <a:t> </a:t>
            </a:r>
            <a:r>
              <a:rPr lang="en-US" dirty="0" err="1" smtClean="0"/>
              <a:t>được</a:t>
            </a:r>
            <a:r>
              <a:rPr lang="en-US" dirty="0" smtClean="0"/>
              <a:t> </a:t>
            </a:r>
            <a:r>
              <a:rPr lang="en-US" dirty="0" err="1" smtClean="0"/>
              <a:t>chọn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0" y="990600"/>
            <a:ext cx="6601746" cy="3581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03446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ipple/>
      </p:transition>
    </mc:Choice>
    <mc:Fallback xmlns=""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@{}: URL Expression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4800600"/>
            <a:ext cx="6733583" cy="1524000"/>
          </a:xfrm>
        </p:spPr>
        <p:txBody>
          <a:bodyPr>
            <a:normAutofit fontScale="92500"/>
          </a:bodyPr>
          <a:lstStyle/>
          <a:p>
            <a:r>
              <a:rPr lang="en-US" dirty="0" err="1" smtClean="0"/>
              <a:t>Khuyến</a:t>
            </a:r>
            <a:r>
              <a:rPr lang="en-US" dirty="0" smtClean="0"/>
              <a:t> </a:t>
            </a:r>
            <a:r>
              <a:rPr lang="en-US" dirty="0" err="1" smtClean="0"/>
              <a:t>nghị</a:t>
            </a:r>
            <a:r>
              <a:rPr lang="en-US" dirty="0" smtClean="0"/>
              <a:t>:</a:t>
            </a:r>
          </a:p>
          <a:p>
            <a:pPr lvl="1"/>
            <a:r>
              <a:rPr lang="en-US" dirty="0" smtClean="0"/>
              <a:t>@{|’/photos/${photo}’|}=&gt;/photos/photo.png</a:t>
            </a:r>
          </a:p>
          <a:p>
            <a:pPr lvl="1"/>
            <a:r>
              <a:rPr lang="en-US" dirty="0" smtClean="0"/>
              <a:t>@{|</a:t>
            </a:r>
            <a:r>
              <a:rPr lang="en-US" dirty="0" err="1" smtClean="0"/>
              <a:t>Ảnh</a:t>
            </a:r>
            <a:r>
              <a:rPr lang="en-US" dirty="0" smtClean="0"/>
              <a:t>: ${photo}|} =&gt; </a:t>
            </a:r>
            <a:r>
              <a:rPr lang="en-US" dirty="0" err="1" smtClean="0"/>
              <a:t>Ảnh</a:t>
            </a:r>
            <a:r>
              <a:rPr lang="en-US" dirty="0" smtClean="0"/>
              <a:t>: photo.png</a:t>
            </a: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1" y="1066800"/>
            <a:ext cx="6934200" cy="3531754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43183" y="3048000"/>
            <a:ext cx="4239217" cy="2372056"/>
          </a:xfrm>
          <a:prstGeom prst="rect">
            <a:avLst/>
          </a:prstGeom>
          <a:ln>
            <a:solidFill>
              <a:schemeClr val="accent1"/>
            </a:solidFill>
          </a:ln>
        </p:spPr>
      </p:pic>
    </p:spTree>
    <p:extLst>
      <p:ext uri="{BB962C8B-B14F-4D97-AF65-F5344CB8AC3E}">
        <p14:creationId xmlns:p14="http://schemas.microsoft.com/office/powerpoint/2010/main" val="29963015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ipple/>
      </p:transition>
    </mc:Choice>
    <mc:Fallback xmlns=""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Data Format</a:t>
            </a:r>
            <a:endParaRPr lang="en-US" dirty="0"/>
          </a:p>
        </p:txBody>
      </p:sp>
      <p:sp>
        <p:nvSpPr>
          <p:cNvPr id="10" name="Content Placeholder 9"/>
          <p:cNvSpPr>
            <a:spLocks noGrp="1"/>
          </p:cNvSpPr>
          <p:nvPr>
            <p:ph idx="1"/>
          </p:nvPr>
        </p:nvSpPr>
        <p:spPr>
          <a:xfrm>
            <a:off x="609599" y="3991362"/>
            <a:ext cx="7024625" cy="2333238"/>
          </a:xfrm>
        </p:spPr>
        <p:txBody>
          <a:bodyPr>
            <a:normAutofit fontScale="77500" lnSpcReduction="20000"/>
          </a:bodyPr>
          <a:lstStyle/>
          <a:p>
            <a:r>
              <a:rPr lang="en-US" dirty="0" err="1" smtClean="0"/>
              <a:t>Viết</a:t>
            </a:r>
            <a:r>
              <a:rPr lang="en-US" dirty="0" smtClean="0"/>
              <a:t> </a:t>
            </a:r>
            <a:r>
              <a:rPr lang="en-US" dirty="0" err="1" smtClean="0"/>
              <a:t>hoa</a:t>
            </a:r>
            <a:r>
              <a:rPr lang="en-US" dirty="0" smtClean="0"/>
              <a:t> </a:t>
            </a:r>
            <a:r>
              <a:rPr lang="en-US" dirty="0" err="1" smtClean="0"/>
              <a:t>đầu</a:t>
            </a:r>
            <a:r>
              <a:rPr lang="en-US" dirty="0" smtClean="0"/>
              <a:t> </a:t>
            </a:r>
            <a:r>
              <a:rPr lang="en-US" dirty="0" err="1" smtClean="0"/>
              <a:t>mỗi</a:t>
            </a:r>
            <a:r>
              <a:rPr lang="en-US" dirty="0" smtClean="0"/>
              <a:t> </a:t>
            </a:r>
            <a:r>
              <a:rPr lang="en-US" dirty="0" err="1" smtClean="0"/>
              <a:t>từ</a:t>
            </a:r>
            <a:endParaRPr lang="en-US" dirty="0" smtClean="0"/>
          </a:p>
          <a:p>
            <a:pPr lvl="1"/>
            <a:r>
              <a:rPr lang="en-US" dirty="0" smtClean="0"/>
              <a:t>#</a:t>
            </a:r>
            <a:r>
              <a:rPr lang="en-US" b="1" i="1" dirty="0" err="1">
                <a:solidFill>
                  <a:srgbClr val="FF0000"/>
                </a:solidFill>
              </a:rPr>
              <a:t>strings</a:t>
            </a:r>
            <a:r>
              <a:rPr lang="en-US" dirty="0" err="1"/>
              <a:t>.</a:t>
            </a:r>
            <a:r>
              <a:rPr lang="en-US" b="1" i="1" dirty="0" err="1"/>
              <a:t>capitalizeWords</a:t>
            </a:r>
            <a:r>
              <a:rPr lang="en-US" dirty="0"/>
              <a:t>(</a:t>
            </a:r>
            <a:r>
              <a:rPr lang="en-US" dirty="0" err="1"/>
              <a:t>fullname</a:t>
            </a:r>
            <a:r>
              <a:rPr lang="en-US" dirty="0" smtClean="0"/>
              <a:t>)</a:t>
            </a:r>
          </a:p>
          <a:p>
            <a:r>
              <a:rPr lang="en-US" dirty="0" smtClean="0"/>
              <a:t>2 </a:t>
            </a:r>
            <a:r>
              <a:rPr lang="en-US" dirty="0" err="1" smtClean="0"/>
              <a:t>chữ</a:t>
            </a:r>
            <a:r>
              <a:rPr lang="en-US" dirty="0" smtClean="0"/>
              <a:t> </a:t>
            </a:r>
            <a:r>
              <a:rPr lang="en-US" dirty="0" err="1" smtClean="0"/>
              <a:t>số</a:t>
            </a:r>
            <a:r>
              <a:rPr lang="en-US" dirty="0" smtClean="0"/>
              <a:t> </a:t>
            </a:r>
            <a:r>
              <a:rPr lang="en-US" dirty="0" err="1" smtClean="0"/>
              <a:t>lẻ</a:t>
            </a:r>
            <a:endParaRPr lang="en-US" dirty="0" smtClean="0"/>
          </a:p>
          <a:p>
            <a:pPr lvl="1"/>
            <a:r>
              <a:rPr lang="en-US" dirty="0" smtClean="0"/>
              <a:t>#</a:t>
            </a:r>
            <a:r>
              <a:rPr lang="en-US" b="1" i="1" dirty="0" err="1" smtClean="0">
                <a:solidFill>
                  <a:srgbClr val="FF0000"/>
                </a:solidFill>
              </a:rPr>
              <a:t>numbers</a:t>
            </a:r>
            <a:r>
              <a:rPr lang="en-US" dirty="0" err="1" smtClean="0"/>
              <a:t>.</a:t>
            </a:r>
            <a:r>
              <a:rPr lang="en-US" b="1" i="1" dirty="0" err="1" smtClean="0"/>
              <a:t>formatDecimal</a:t>
            </a:r>
            <a:r>
              <a:rPr lang="en-US" dirty="0" smtClean="0"/>
              <a:t>(mark, 0, 2)</a:t>
            </a:r>
          </a:p>
          <a:p>
            <a:pPr lvl="1"/>
            <a:r>
              <a:rPr lang="en-US" dirty="0"/>
              <a:t>#</a:t>
            </a:r>
            <a:r>
              <a:rPr lang="en-US" b="1" i="1" dirty="0" err="1" smtClean="0">
                <a:solidFill>
                  <a:srgbClr val="FF0000"/>
                </a:solidFill>
              </a:rPr>
              <a:t>numbers</a:t>
            </a:r>
            <a:r>
              <a:rPr lang="en-US" dirty="0" err="1" smtClean="0"/>
              <a:t>.</a:t>
            </a:r>
            <a:r>
              <a:rPr lang="en-US" b="1" i="1" dirty="0" err="1" smtClean="0"/>
              <a:t>formatDecimal</a:t>
            </a:r>
            <a:r>
              <a:rPr lang="en-US" dirty="0" smtClean="0"/>
              <a:t>(mark, ‘POINT’, 0, ‘COMMA’, </a:t>
            </a:r>
            <a:r>
              <a:rPr lang="en-US" dirty="0"/>
              <a:t>2)</a:t>
            </a:r>
            <a:endParaRPr lang="en-US" dirty="0" smtClean="0"/>
          </a:p>
          <a:p>
            <a:r>
              <a:rPr lang="en-US" dirty="0" err="1" smtClean="0"/>
              <a:t>Đạnh</a:t>
            </a:r>
            <a:r>
              <a:rPr lang="en-US" dirty="0" smtClean="0"/>
              <a:t> </a:t>
            </a:r>
            <a:r>
              <a:rPr lang="en-US" dirty="0" err="1" smtClean="0"/>
              <a:t>dạng</a:t>
            </a:r>
            <a:r>
              <a:rPr lang="en-US" dirty="0" smtClean="0"/>
              <a:t> </a:t>
            </a:r>
            <a:r>
              <a:rPr lang="en-US" dirty="0" err="1" smtClean="0"/>
              <a:t>thời</a:t>
            </a:r>
            <a:r>
              <a:rPr lang="en-US" dirty="0" smtClean="0"/>
              <a:t> </a:t>
            </a:r>
            <a:r>
              <a:rPr lang="en-US" dirty="0" err="1" smtClean="0"/>
              <a:t>gian</a:t>
            </a:r>
            <a:endParaRPr lang="en-US" dirty="0" smtClean="0"/>
          </a:p>
          <a:p>
            <a:pPr lvl="1"/>
            <a:r>
              <a:rPr lang="en-US" dirty="0" smtClean="0"/>
              <a:t>#</a:t>
            </a:r>
            <a:r>
              <a:rPr lang="en-US" b="1" i="1" dirty="0" err="1" smtClean="0">
                <a:solidFill>
                  <a:srgbClr val="FF0000"/>
                </a:solidFill>
              </a:rPr>
              <a:t>dates</a:t>
            </a:r>
            <a:r>
              <a:rPr lang="en-US" dirty="0" err="1" smtClean="0"/>
              <a:t>.</a:t>
            </a:r>
            <a:r>
              <a:rPr lang="en-US" b="1" i="1" dirty="0" err="1" smtClean="0"/>
              <a:t>format</a:t>
            </a:r>
            <a:r>
              <a:rPr lang="en-US" dirty="0" smtClean="0"/>
              <a:t>(birthday, ‘MMM-</a:t>
            </a:r>
            <a:r>
              <a:rPr lang="en-US" dirty="0" err="1" smtClean="0"/>
              <a:t>dd</a:t>
            </a:r>
            <a:r>
              <a:rPr lang="en-US" dirty="0" smtClean="0"/>
              <a:t>, </a:t>
            </a:r>
            <a:r>
              <a:rPr lang="en-US" dirty="0" err="1" smtClean="0"/>
              <a:t>yyyy</a:t>
            </a:r>
            <a:r>
              <a:rPr lang="en-US" dirty="0" smtClean="0"/>
              <a:t>’)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0952" y="990600"/>
            <a:ext cx="8945223" cy="2772162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34225" y="3525919"/>
            <a:ext cx="3943900" cy="21053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86977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ipple/>
      </p:transition>
    </mc:Choice>
    <mc:Fallback xmlns=""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Accessing Session, </a:t>
            </a:r>
            <a:r>
              <a:rPr lang="en-US" dirty="0" err="1" smtClean="0"/>
              <a:t>ServletContext</a:t>
            </a:r>
            <a:r>
              <a:rPr lang="en-US" dirty="0" smtClean="0"/>
              <a:t> &amp; Parameter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3731" y="1143000"/>
            <a:ext cx="6385302" cy="5328547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52186" y="2763831"/>
            <a:ext cx="2715004" cy="1714739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58799" y="990599"/>
            <a:ext cx="3901778" cy="1577477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18553" y="4648200"/>
            <a:ext cx="4982270" cy="2029108"/>
          </a:xfrm>
          <a:prstGeom prst="rect">
            <a:avLst/>
          </a:prstGeom>
          <a:ln>
            <a:solidFill>
              <a:schemeClr val="accent1"/>
            </a:solidFill>
          </a:ln>
        </p:spPr>
      </p:pic>
      <p:cxnSp>
        <p:nvCxnSpPr>
          <p:cNvPr id="12" name="Straight Arrow Connector 11"/>
          <p:cNvCxnSpPr/>
          <p:nvPr/>
        </p:nvCxnSpPr>
        <p:spPr>
          <a:xfrm>
            <a:off x="5486400" y="5410200"/>
            <a:ext cx="2133600" cy="7620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Arrow Connector 4"/>
          <p:cNvCxnSpPr>
            <a:stCxn id="10" idx="0"/>
            <a:endCxn id="8" idx="2"/>
          </p:cNvCxnSpPr>
          <p:nvPr/>
        </p:nvCxnSpPr>
        <p:spPr>
          <a:xfrm flipV="1">
            <a:off x="9309688" y="4478570"/>
            <a:ext cx="0" cy="16963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/>
          <p:cNvCxnSpPr>
            <a:stCxn id="8" idx="0"/>
            <a:endCxn id="9" idx="2"/>
          </p:cNvCxnSpPr>
          <p:nvPr/>
        </p:nvCxnSpPr>
        <p:spPr>
          <a:xfrm flipV="1">
            <a:off x="9309688" y="2568076"/>
            <a:ext cx="0" cy="19575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/>
          <p:cNvCxnSpPr/>
          <p:nvPr/>
        </p:nvCxnSpPr>
        <p:spPr>
          <a:xfrm>
            <a:off x="6019800" y="5029200"/>
            <a:ext cx="1524000" cy="7620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/>
          <p:cNvCxnSpPr/>
          <p:nvPr/>
        </p:nvCxnSpPr>
        <p:spPr>
          <a:xfrm>
            <a:off x="6019800" y="4724400"/>
            <a:ext cx="1524000" cy="7620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/>
          <p:cNvCxnSpPr/>
          <p:nvPr/>
        </p:nvCxnSpPr>
        <p:spPr>
          <a:xfrm>
            <a:off x="3429000" y="1371600"/>
            <a:ext cx="4114800" cy="41148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098909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ipple/>
      </p:transition>
    </mc:Choice>
    <mc:Fallback xmlns=""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Thymeleaf</a:t>
            </a:r>
            <a:r>
              <a:rPr lang="en-US" dirty="0" smtClean="0"/>
              <a:t> Operators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066800"/>
            <a:ext cx="5486400" cy="5257800"/>
          </a:xfrm>
        </p:spPr>
        <p:txBody>
          <a:bodyPr>
            <a:normAutofit/>
          </a:bodyPr>
          <a:lstStyle/>
          <a:p>
            <a:r>
              <a:rPr lang="en-US" dirty="0" err="1" smtClean="0"/>
              <a:t>Xử</a:t>
            </a:r>
            <a:r>
              <a:rPr lang="en-US" dirty="0" smtClean="0"/>
              <a:t> </a:t>
            </a:r>
            <a:r>
              <a:rPr lang="en-US" dirty="0" err="1" smtClean="0"/>
              <a:t>lý</a:t>
            </a:r>
            <a:r>
              <a:rPr lang="en-US" dirty="0" smtClean="0"/>
              <a:t> </a:t>
            </a:r>
            <a:r>
              <a:rPr lang="en-US" dirty="0" err="1" smtClean="0"/>
              <a:t>chuỗi</a:t>
            </a:r>
            <a:r>
              <a:rPr lang="en-US" dirty="0" smtClean="0"/>
              <a:t>: </a:t>
            </a:r>
          </a:p>
          <a:p>
            <a:pPr lvl="1"/>
            <a:r>
              <a:rPr lang="en-US" dirty="0" smtClean="0"/>
              <a:t>+</a:t>
            </a:r>
          </a:p>
          <a:p>
            <a:pPr lvl="1"/>
            <a:r>
              <a:rPr lang="en-US" dirty="0" smtClean="0"/>
              <a:t>|&lt;</a:t>
            </a:r>
            <a:r>
              <a:rPr lang="en-US" dirty="0" err="1" smtClean="0"/>
              <a:t>hỗn</a:t>
            </a:r>
            <a:r>
              <a:rPr lang="en-US" dirty="0" smtClean="0"/>
              <a:t> </a:t>
            </a:r>
            <a:r>
              <a:rPr lang="en-US" dirty="0" err="1" smtClean="0"/>
              <a:t>hợp</a:t>
            </a:r>
            <a:r>
              <a:rPr lang="en-US" dirty="0" smtClean="0"/>
              <a:t> </a:t>
            </a:r>
            <a:r>
              <a:rPr lang="en-US" dirty="0" err="1" smtClean="0"/>
              <a:t>chuỗi</a:t>
            </a:r>
            <a:r>
              <a:rPr lang="en-US" dirty="0" smtClean="0"/>
              <a:t> </a:t>
            </a:r>
            <a:r>
              <a:rPr lang="en-US" dirty="0" err="1" smtClean="0"/>
              <a:t>và</a:t>
            </a:r>
            <a:r>
              <a:rPr lang="en-US" dirty="0" smtClean="0"/>
              <a:t> </a:t>
            </a:r>
            <a:r>
              <a:rPr lang="en-US" dirty="0" err="1" smtClean="0"/>
              <a:t>biến</a:t>
            </a:r>
            <a:r>
              <a:rPr lang="en-US" dirty="0" smtClean="0"/>
              <a:t>&gt;|</a:t>
            </a:r>
          </a:p>
          <a:p>
            <a:r>
              <a:rPr lang="en-US" dirty="0" err="1" smtClean="0"/>
              <a:t>Số</a:t>
            </a:r>
            <a:r>
              <a:rPr lang="en-US" dirty="0" smtClean="0"/>
              <a:t> </a:t>
            </a:r>
            <a:r>
              <a:rPr lang="en-US" dirty="0" err="1" smtClean="0"/>
              <a:t>học</a:t>
            </a:r>
            <a:r>
              <a:rPr lang="en-US" dirty="0" smtClean="0"/>
              <a:t>: </a:t>
            </a:r>
          </a:p>
          <a:p>
            <a:pPr lvl="1"/>
            <a:r>
              <a:rPr lang="en-US" dirty="0" smtClean="0"/>
              <a:t>+</a:t>
            </a:r>
          </a:p>
          <a:p>
            <a:pPr lvl="1"/>
            <a:r>
              <a:rPr lang="en-US" dirty="0" smtClean="0"/>
              <a:t>-</a:t>
            </a:r>
          </a:p>
          <a:p>
            <a:pPr lvl="1"/>
            <a:r>
              <a:rPr lang="en-US" dirty="0" smtClean="0"/>
              <a:t>*</a:t>
            </a:r>
          </a:p>
          <a:p>
            <a:pPr lvl="1"/>
            <a:r>
              <a:rPr lang="en-US" dirty="0" smtClean="0"/>
              <a:t>/</a:t>
            </a:r>
          </a:p>
          <a:p>
            <a:pPr lvl="1"/>
            <a:r>
              <a:rPr lang="en-US" dirty="0" smtClean="0"/>
              <a:t>%</a:t>
            </a:r>
          </a:p>
          <a:p>
            <a:r>
              <a:rPr lang="en-US" dirty="0" err="1"/>
              <a:t>Điều</a:t>
            </a:r>
            <a:r>
              <a:rPr lang="en-US" dirty="0"/>
              <a:t> </a:t>
            </a:r>
            <a:r>
              <a:rPr lang="en-US" dirty="0" err="1"/>
              <a:t>kiện</a:t>
            </a:r>
            <a:endParaRPr lang="en-US" dirty="0"/>
          </a:p>
          <a:p>
            <a:pPr lvl="1"/>
            <a:r>
              <a:rPr lang="en-US" dirty="0"/>
              <a:t>Condition ? </a:t>
            </a:r>
            <a:r>
              <a:rPr lang="en-US" dirty="0" err="1"/>
              <a:t>trueValue</a:t>
            </a:r>
            <a:r>
              <a:rPr lang="en-US" dirty="0"/>
              <a:t> : </a:t>
            </a:r>
            <a:r>
              <a:rPr lang="en-US" dirty="0" err="1" smtClean="0"/>
              <a:t>falseValue</a:t>
            </a:r>
            <a:endParaRPr lang="en-US" dirty="0"/>
          </a:p>
        </p:txBody>
      </p:sp>
      <p:sp>
        <p:nvSpPr>
          <p:cNvPr id="4" name="Content Placeholder 2"/>
          <p:cNvSpPr txBox="1">
            <a:spLocks/>
          </p:cNvSpPr>
          <p:nvPr/>
        </p:nvSpPr>
        <p:spPr>
          <a:xfrm>
            <a:off x="6096000" y="1060269"/>
            <a:ext cx="5486400" cy="5257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q"/>
              <a:defRPr sz="2800" kern="1200">
                <a:solidFill>
                  <a:schemeClr val="tx1"/>
                </a:solidFill>
                <a:latin typeface="Segoe UI" pitchFamily="34" charset="0"/>
                <a:ea typeface="+mn-ea"/>
                <a:cs typeface="Segoe UI" pitchFamily="34" charset="0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v"/>
              <a:defRPr sz="2400" kern="1200">
                <a:solidFill>
                  <a:schemeClr val="tx1"/>
                </a:solidFill>
                <a:latin typeface="Segoe UI" pitchFamily="34" charset="0"/>
                <a:ea typeface="+mn-ea"/>
                <a:cs typeface="Segoe UI" pitchFamily="34" charset="0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Ø"/>
              <a:defRPr sz="2000" kern="1200">
                <a:solidFill>
                  <a:schemeClr val="tx1"/>
                </a:solidFill>
                <a:latin typeface="Segoe UI" pitchFamily="34" charset="0"/>
                <a:ea typeface="+mn-ea"/>
                <a:cs typeface="Segoe UI" pitchFamily="34" charset="0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ü"/>
              <a:defRPr sz="1800" kern="1200">
                <a:solidFill>
                  <a:schemeClr val="tx1"/>
                </a:solidFill>
                <a:latin typeface="Segoe UI" pitchFamily="34" charset="0"/>
                <a:ea typeface="+mn-ea"/>
                <a:cs typeface="Segoe UI" pitchFamily="34" charset="0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§"/>
              <a:defRPr sz="1800" kern="1200">
                <a:solidFill>
                  <a:schemeClr val="tx1"/>
                </a:solidFill>
                <a:latin typeface="Segoe UI" pitchFamily="34" charset="0"/>
                <a:ea typeface="+mn-ea"/>
                <a:cs typeface="Segoe UI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 smtClean="0"/>
              <a:t>Logic: </a:t>
            </a:r>
          </a:p>
          <a:p>
            <a:pPr lvl="1"/>
            <a:r>
              <a:rPr lang="en-US" dirty="0"/>
              <a:t>a</a:t>
            </a:r>
            <a:r>
              <a:rPr lang="en-US" dirty="0" smtClean="0"/>
              <a:t>nd</a:t>
            </a:r>
          </a:p>
          <a:p>
            <a:pPr lvl="1"/>
            <a:r>
              <a:rPr lang="en-US" dirty="0"/>
              <a:t>o</a:t>
            </a:r>
            <a:r>
              <a:rPr lang="en-US" dirty="0" smtClean="0"/>
              <a:t>r</a:t>
            </a:r>
          </a:p>
          <a:p>
            <a:pPr lvl="1"/>
            <a:r>
              <a:rPr lang="en-US" dirty="0" smtClean="0"/>
              <a:t>Not </a:t>
            </a:r>
            <a:r>
              <a:rPr lang="en-US" dirty="0" err="1" smtClean="0"/>
              <a:t>hoặc</a:t>
            </a:r>
            <a:r>
              <a:rPr lang="en-US" smtClean="0"/>
              <a:t> !</a:t>
            </a:r>
            <a:endParaRPr lang="en-US" dirty="0" smtClean="0"/>
          </a:p>
          <a:p>
            <a:r>
              <a:rPr lang="en-US" dirty="0" smtClean="0"/>
              <a:t>So </a:t>
            </a:r>
            <a:r>
              <a:rPr lang="en-US" dirty="0" err="1" smtClean="0"/>
              <a:t>sánh</a:t>
            </a:r>
            <a:r>
              <a:rPr lang="en-US" dirty="0" smtClean="0"/>
              <a:t>: </a:t>
            </a:r>
          </a:p>
          <a:p>
            <a:pPr lvl="1"/>
            <a:r>
              <a:rPr lang="en-US" dirty="0" smtClean="0"/>
              <a:t>&lt; </a:t>
            </a:r>
            <a:r>
              <a:rPr lang="en-US" dirty="0" err="1" smtClean="0"/>
              <a:t>hoặc</a:t>
            </a:r>
            <a:r>
              <a:rPr lang="en-US" dirty="0" smtClean="0"/>
              <a:t> </a:t>
            </a:r>
            <a:r>
              <a:rPr lang="en-US" dirty="0" err="1" smtClean="0"/>
              <a:t>lt</a:t>
            </a:r>
            <a:endParaRPr lang="en-US" dirty="0" smtClean="0"/>
          </a:p>
          <a:p>
            <a:pPr lvl="1"/>
            <a:r>
              <a:rPr lang="en-US" dirty="0" smtClean="0"/>
              <a:t>&lt;= </a:t>
            </a:r>
            <a:r>
              <a:rPr lang="en-US" dirty="0" err="1" smtClean="0"/>
              <a:t>hoặc</a:t>
            </a:r>
            <a:r>
              <a:rPr lang="en-US" dirty="0" smtClean="0"/>
              <a:t> le</a:t>
            </a:r>
          </a:p>
          <a:p>
            <a:pPr lvl="1"/>
            <a:r>
              <a:rPr lang="en-US" dirty="0" smtClean="0"/>
              <a:t>&gt; </a:t>
            </a:r>
            <a:r>
              <a:rPr lang="en-US" dirty="0" err="1" smtClean="0"/>
              <a:t>hoặc</a:t>
            </a:r>
            <a:r>
              <a:rPr lang="en-US" dirty="0" smtClean="0"/>
              <a:t> </a:t>
            </a:r>
            <a:r>
              <a:rPr lang="en-US" dirty="0" err="1" smtClean="0"/>
              <a:t>gt</a:t>
            </a:r>
            <a:endParaRPr lang="en-US" dirty="0" smtClean="0"/>
          </a:p>
          <a:p>
            <a:pPr lvl="1"/>
            <a:r>
              <a:rPr lang="en-US" dirty="0" smtClean="0"/>
              <a:t>&gt;= </a:t>
            </a:r>
            <a:r>
              <a:rPr lang="en-US" dirty="0" err="1" smtClean="0"/>
              <a:t>hoặc</a:t>
            </a:r>
            <a:r>
              <a:rPr lang="en-US" dirty="0" smtClean="0"/>
              <a:t> </a:t>
            </a:r>
            <a:r>
              <a:rPr lang="en-US" dirty="0" err="1" smtClean="0"/>
              <a:t>ge</a:t>
            </a:r>
            <a:endParaRPr lang="en-US" dirty="0" smtClean="0"/>
          </a:p>
          <a:p>
            <a:pPr lvl="1"/>
            <a:r>
              <a:rPr lang="en-US" dirty="0" smtClean="0"/>
              <a:t>== </a:t>
            </a:r>
            <a:r>
              <a:rPr lang="en-US" dirty="0" err="1" smtClean="0"/>
              <a:t>hoặc</a:t>
            </a:r>
            <a:r>
              <a:rPr lang="en-US" dirty="0" smtClean="0"/>
              <a:t> </a:t>
            </a:r>
            <a:r>
              <a:rPr lang="en-US" dirty="0" err="1" smtClean="0"/>
              <a:t>eq</a:t>
            </a:r>
            <a:endParaRPr lang="en-US" dirty="0" smtClean="0"/>
          </a:p>
          <a:p>
            <a:pPr lvl="1"/>
            <a:r>
              <a:rPr lang="en-US" dirty="0" smtClean="0"/>
              <a:t>!= </a:t>
            </a:r>
            <a:r>
              <a:rPr lang="en-US" dirty="0" err="1" smtClean="0"/>
              <a:t>hoặc</a:t>
            </a:r>
            <a:r>
              <a:rPr lang="en-US" dirty="0" smtClean="0"/>
              <a:t> ne</a:t>
            </a:r>
          </a:p>
        </p:txBody>
      </p:sp>
    </p:spTree>
    <p:extLst>
      <p:ext uri="{BB962C8B-B14F-4D97-AF65-F5344CB8AC3E}">
        <p14:creationId xmlns:p14="http://schemas.microsoft.com/office/powerpoint/2010/main" val="29446939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ipple/>
      </p:transition>
    </mc:Choice>
    <mc:Fallback xmlns="">
      <p:transition spd="slow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smtClean="0"/>
              <a:t>Slide 3.2</a:t>
            </a:r>
            <a:endParaRPr lang="en-US" dirty="0"/>
          </a:p>
        </p:txBody>
      </p:sp>
      <p:sp>
        <p:nvSpPr>
          <p:cNvPr id="11" name="Title 10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Basic </a:t>
            </a:r>
            <a:r>
              <a:rPr lang="en-US" dirty="0" err="1" smtClean="0"/>
              <a:t>Thymeleaf</a:t>
            </a:r>
            <a:endParaRPr lang="en-US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17534" y="685800"/>
            <a:ext cx="2571750" cy="16192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481161" y="1957992"/>
            <a:ext cx="363112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 smtClean="0">
                <a:latin typeface="Arial Narrow" panose="020B0606020202030204" pitchFamily="34" charset="0"/>
              </a:rPr>
              <a:t>Conceive Design Implement Operate</a:t>
            </a:r>
            <a:endParaRPr lang="en-US" sz="2000" dirty="0">
              <a:latin typeface="Arial Narrow" panose="020B0606020202030204" pitchFamily="34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90932" y="2406165"/>
            <a:ext cx="1693935" cy="25186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03411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ipple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3919557" y="2967335"/>
            <a:ext cx="5896229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/>
              <a:lightRig rig="glow" dir="tl">
                <a:rot lat="0" lon="0" rev="5400000"/>
              </a:lightRig>
            </a:scene3d>
            <a:sp3d contourW="12700">
              <a:bevelT w="25400" h="25400"/>
              <a:contourClr>
                <a:schemeClr val="accent6">
                  <a:shade val="73000"/>
                </a:schemeClr>
              </a:contourClr>
            </a:sp3d>
          </a:bodyPr>
          <a:lstStyle/>
          <a:p>
            <a:r>
              <a:rPr lang="en-US" sz="5400" b="1" cap="small" dirty="0" err="1" smtClean="0">
                <a:ln w="11430"/>
                <a:gradFill>
                  <a:gsLst>
                    <a:gs pos="0">
                      <a:schemeClr val="accent6">
                        <a:tint val="90000"/>
                        <a:satMod val="120000"/>
                      </a:schemeClr>
                    </a:gs>
                    <a:gs pos="25000">
                      <a:schemeClr val="accent6">
                        <a:tint val="93000"/>
                        <a:satMod val="120000"/>
                      </a:schemeClr>
                    </a:gs>
                    <a:gs pos="50000">
                      <a:schemeClr val="accent6">
                        <a:shade val="89000"/>
                        <a:satMod val="110000"/>
                      </a:schemeClr>
                    </a:gs>
                    <a:gs pos="75000">
                      <a:schemeClr val="accent6">
                        <a:tint val="93000"/>
                        <a:satMod val="120000"/>
                      </a:schemeClr>
                    </a:gs>
                    <a:gs pos="100000">
                      <a:schemeClr val="accent6">
                        <a:tint val="90000"/>
                        <a:satMod val="120000"/>
                      </a:schemeClr>
                    </a:gs>
                  </a:gsLst>
                  <a:lin ang="5400000"/>
                </a:gradFill>
                <a:effectLst>
                  <a:outerShdw blurRad="80000" dist="40000" dir="5040000" algn="tl">
                    <a:srgbClr val="000000">
                      <a:alpha val="30000"/>
                    </a:srgbClr>
                  </a:outerShdw>
                </a:effectLst>
              </a:rPr>
              <a:t>Thymeleaf</a:t>
            </a:r>
            <a:r>
              <a:rPr lang="en-US" sz="5400" b="1" cap="small" dirty="0" smtClean="0">
                <a:ln w="11430"/>
                <a:gradFill>
                  <a:gsLst>
                    <a:gs pos="0">
                      <a:schemeClr val="accent6">
                        <a:tint val="90000"/>
                        <a:satMod val="120000"/>
                      </a:schemeClr>
                    </a:gs>
                    <a:gs pos="25000">
                      <a:schemeClr val="accent6">
                        <a:tint val="93000"/>
                        <a:satMod val="120000"/>
                      </a:schemeClr>
                    </a:gs>
                    <a:gs pos="50000">
                      <a:schemeClr val="accent6">
                        <a:shade val="89000"/>
                        <a:satMod val="110000"/>
                      </a:schemeClr>
                    </a:gs>
                    <a:gs pos="75000">
                      <a:schemeClr val="accent6">
                        <a:tint val="93000"/>
                        <a:satMod val="120000"/>
                      </a:schemeClr>
                    </a:gs>
                    <a:gs pos="100000">
                      <a:schemeClr val="accent6">
                        <a:tint val="90000"/>
                        <a:satMod val="120000"/>
                      </a:schemeClr>
                    </a:gs>
                  </a:gsLst>
                  <a:lin ang="5400000"/>
                </a:gradFill>
                <a:effectLst>
                  <a:outerShdw blurRad="80000" dist="40000" dir="5040000" algn="tl">
                    <a:srgbClr val="000000">
                      <a:alpha val="30000"/>
                    </a:srgbClr>
                  </a:outerShdw>
                </a:effectLst>
              </a:rPr>
              <a:t> Directives</a:t>
            </a:r>
          </a:p>
        </p:txBody>
      </p:sp>
      <p:cxnSp>
        <p:nvCxnSpPr>
          <p:cNvPr id="3" name="Straight Connector 2"/>
          <p:cNvCxnSpPr/>
          <p:nvPr/>
        </p:nvCxnSpPr>
        <p:spPr>
          <a:xfrm>
            <a:off x="762000" y="3886200"/>
            <a:ext cx="10744200" cy="0"/>
          </a:xfrm>
          <a:prstGeom prst="line">
            <a:avLst/>
          </a:prstGeom>
          <a:ln w="76200" cmpd="thinThick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7870" y="1143000"/>
            <a:ext cx="2543530" cy="3781953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512454904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fractur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Thymeleat</a:t>
            </a:r>
            <a:r>
              <a:rPr lang="en-US" dirty="0" smtClean="0"/>
              <a:t> Directives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066800"/>
            <a:ext cx="6096000" cy="5257800"/>
          </a:xfrm>
        </p:spPr>
        <p:txBody>
          <a:bodyPr>
            <a:normAutofit/>
          </a:bodyPr>
          <a:lstStyle/>
          <a:p>
            <a:r>
              <a:rPr lang="en-US" dirty="0" smtClean="0"/>
              <a:t>Rendering content</a:t>
            </a:r>
          </a:p>
          <a:p>
            <a:pPr lvl="1"/>
            <a:r>
              <a:rPr lang="en-US" dirty="0" err="1" smtClean="0"/>
              <a:t>th:text</a:t>
            </a:r>
            <a:r>
              <a:rPr lang="en-US" dirty="0" smtClean="0"/>
              <a:t>, </a:t>
            </a:r>
            <a:r>
              <a:rPr lang="en-US" dirty="0" err="1" smtClean="0"/>
              <a:t>th:utext</a:t>
            </a:r>
            <a:endParaRPr lang="en-US" dirty="0" smtClean="0"/>
          </a:p>
          <a:p>
            <a:pPr lvl="1"/>
            <a:r>
              <a:rPr lang="en-US" dirty="0" smtClean="0"/>
              <a:t>inline</a:t>
            </a:r>
          </a:p>
          <a:p>
            <a:r>
              <a:rPr lang="en-US" dirty="0" smtClean="0"/>
              <a:t>Rendering attribute</a:t>
            </a:r>
            <a:endParaRPr lang="en-US" dirty="0"/>
          </a:p>
          <a:p>
            <a:pPr lvl="1"/>
            <a:r>
              <a:rPr lang="en-US" dirty="0" err="1" smtClean="0"/>
              <a:t>th</a:t>
            </a:r>
            <a:r>
              <a:rPr lang="en-US" dirty="0" smtClean="0"/>
              <a:t>:&lt;html-</a:t>
            </a:r>
            <a:r>
              <a:rPr lang="en-US" dirty="0" err="1" smtClean="0"/>
              <a:t>attr</a:t>
            </a:r>
            <a:r>
              <a:rPr lang="en-US" dirty="0" smtClean="0"/>
              <a:t>&gt; (</a:t>
            </a:r>
            <a:r>
              <a:rPr lang="en-US" dirty="0" err="1" smtClean="0"/>
              <a:t>th:href</a:t>
            </a:r>
            <a:r>
              <a:rPr lang="en-US" dirty="0" smtClean="0"/>
              <a:t>, </a:t>
            </a:r>
            <a:r>
              <a:rPr lang="en-US" dirty="0" err="1"/>
              <a:t>t</a:t>
            </a:r>
            <a:r>
              <a:rPr lang="en-US" dirty="0" err="1" smtClean="0"/>
              <a:t>h:src</a:t>
            </a:r>
            <a:r>
              <a:rPr lang="en-US" dirty="0" smtClean="0"/>
              <a:t>…)</a:t>
            </a:r>
          </a:p>
          <a:p>
            <a:pPr lvl="1"/>
            <a:r>
              <a:rPr lang="en-US" dirty="0" err="1" smtClean="0"/>
              <a:t>th:attr</a:t>
            </a:r>
            <a:r>
              <a:rPr lang="en-US" dirty="0" smtClean="0"/>
              <a:t>, </a:t>
            </a:r>
            <a:r>
              <a:rPr lang="en-US" dirty="0" err="1" smtClean="0"/>
              <a:t>th:attrappend</a:t>
            </a:r>
            <a:r>
              <a:rPr lang="en-US" dirty="0" smtClean="0"/>
              <a:t>, </a:t>
            </a:r>
            <a:r>
              <a:rPr lang="en-US" dirty="0" err="1" smtClean="0"/>
              <a:t>th:attrprepend</a:t>
            </a:r>
            <a:endParaRPr lang="en-US" dirty="0" smtClean="0"/>
          </a:p>
          <a:p>
            <a:pPr lvl="1"/>
            <a:r>
              <a:rPr lang="en-US" dirty="0" err="1" smtClean="0"/>
              <a:t>th:classappend</a:t>
            </a:r>
            <a:r>
              <a:rPr lang="en-US" dirty="0" smtClean="0"/>
              <a:t>, </a:t>
            </a:r>
            <a:r>
              <a:rPr lang="en-US" dirty="0" err="1" smtClean="0"/>
              <a:t>th:classprepend</a:t>
            </a:r>
            <a:endParaRPr lang="en-US" dirty="0" smtClean="0"/>
          </a:p>
          <a:p>
            <a:r>
              <a:rPr lang="en-US" dirty="0" smtClean="0"/>
              <a:t>Controlling support</a:t>
            </a:r>
          </a:p>
          <a:p>
            <a:pPr lvl="1"/>
            <a:r>
              <a:rPr lang="en-US" dirty="0" err="1"/>
              <a:t>t</a:t>
            </a:r>
            <a:r>
              <a:rPr lang="en-US" dirty="0" err="1" smtClean="0"/>
              <a:t>h:block</a:t>
            </a:r>
            <a:endParaRPr lang="en-US" dirty="0" smtClean="0"/>
          </a:p>
          <a:p>
            <a:pPr lvl="1"/>
            <a:r>
              <a:rPr lang="en-US" dirty="0" err="1"/>
              <a:t>t</a:t>
            </a:r>
            <a:r>
              <a:rPr lang="en-US" dirty="0" err="1" smtClean="0"/>
              <a:t>h:object</a:t>
            </a:r>
            <a:endParaRPr lang="en-US" dirty="0"/>
          </a:p>
          <a:p>
            <a:pPr lvl="1"/>
            <a:r>
              <a:rPr lang="en-US" dirty="0" err="1" smtClean="0"/>
              <a:t>th:with</a:t>
            </a:r>
            <a:endParaRPr lang="en-US" dirty="0" smtClean="0"/>
          </a:p>
          <a:p>
            <a:endParaRPr lang="en-US" dirty="0"/>
          </a:p>
        </p:txBody>
      </p:sp>
      <p:sp>
        <p:nvSpPr>
          <p:cNvPr id="5" name="Content Placeholder 2"/>
          <p:cNvSpPr txBox="1">
            <a:spLocks/>
          </p:cNvSpPr>
          <p:nvPr/>
        </p:nvSpPr>
        <p:spPr>
          <a:xfrm>
            <a:off x="6705600" y="1066800"/>
            <a:ext cx="4876800" cy="5257800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q"/>
              <a:defRPr sz="2800" kern="1200">
                <a:solidFill>
                  <a:schemeClr val="tx1"/>
                </a:solidFill>
                <a:latin typeface="Segoe UI" pitchFamily="34" charset="0"/>
                <a:ea typeface="+mn-ea"/>
                <a:cs typeface="Segoe UI" pitchFamily="34" charset="0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v"/>
              <a:defRPr sz="2400" kern="1200">
                <a:solidFill>
                  <a:schemeClr val="tx1"/>
                </a:solidFill>
                <a:latin typeface="Segoe UI" pitchFamily="34" charset="0"/>
                <a:ea typeface="+mn-ea"/>
                <a:cs typeface="Segoe UI" pitchFamily="34" charset="0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Ø"/>
              <a:defRPr sz="2000" kern="1200">
                <a:solidFill>
                  <a:schemeClr val="tx1"/>
                </a:solidFill>
                <a:latin typeface="Segoe UI" pitchFamily="34" charset="0"/>
                <a:ea typeface="+mn-ea"/>
                <a:cs typeface="Segoe UI" pitchFamily="34" charset="0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ü"/>
              <a:defRPr sz="1800" kern="1200">
                <a:solidFill>
                  <a:schemeClr val="tx1"/>
                </a:solidFill>
                <a:latin typeface="Segoe UI" pitchFamily="34" charset="0"/>
                <a:ea typeface="+mn-ea"/>
                <a:cs typeface="Segoe UI" pitchFamily="34" charset="0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§"/>
              <a:defRPr sz="1800" kern="1200">
                <a:solidFill>
                  <a:schemeClr val="tx1"/>
                </a:solidFill>
                <a:latin typeface="Segoe UI" pitchFamily="34" charset="0"/>
                <a:ea typeface="+mn-ea"/>
                <a:cs typeface="Segoe UI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 smtClean="0"/>
              <a:t>Follow Control</a:t>
            </a:r>
          </a:p>
          <a:p>
            <a:pPr lvl="1"/>
            <a:r>
              <a:rPr lang="en-US" dirty="0" err="1" smtClean="0"/>
              <a:t>th:if</a:t>
            </a:r>
            <a:r>
              <a:rPr lang="en-US" dirty="0" smtClean="0"/>
              <a:t>, </a:t>
            </a:r>
            <a:r>
              <a:rPr lang="en-US" dirty="0" err="1" smtClean="0"/>
              <a:t>th:unless</a:t>
            </a:r>
            <a:endParaRPr lang="en-US" dirty="0" smtClean="0"/>
          </a:p>
          <a:p>
            <a:pPr lvl="1"/>
            <a:r>
              <a:rPr lang="en-US" dirty="0" err="1" smtClean="0"/>
              <a:t>th:switch</a:t>
            </a:r>
            <a:endParaRPr lang="en-US" dirty="0" smtClean="0"/>
          </a:p>
          <a:p>
            <a:pPr lvl="1"/>
            <a:r>
              <a:rPr lang="en-US" dirty="0" err="1" smtClean="0"/>
              <a:t>th:each</a:t>
            </a:r>
            <a:endParaRPr lang="en-US" dirty="0" smtClean="0"/>
          </a:p>
          <a:p>
            <a:r>
              <a:rPr lang="en-US" dirty="0" smtClean="0"/>
              <a:t>Data Binding</a:t>
            </a:r>
          </a:p>
          <a:p>
            <a:pPr lvl="1"/>
            <a:r>
              <a:rPr lang="en-US" dirty="0" err="1" smtClean="0"/>
              <a:t>th:field</a:t>
            </a:r>
            <a:endParaRPr lang="en-US" dirty="0" smtClean="0"/>
          </a:p>
          <a:p>
            <a:pPr lvl="1"/>
            <a:r>
              <a:rPr lang="en-US" dirty="0" err="1" smtClean="0"/>
              <a:t>th:error</a:t>
            </a:r>
            <a:endParaRPr lang="en-US" dirty="0" smtClean="0"/>
          </a:p>
          <a:p>
            <a:r>
              <a:rPr lang="en-US" dirty="0" smtClean="0"/>
              <a:t>Fragment</a:t>
            </a:r>
          </a:p>
          <a:p>
            <a:pPr lvl="1"/>
            <a:r>
              <a:rPr lang="en-US" dirty="0" err="1" smtClean="0"/>
              <a:t>th:fragment</a:t>
            </a:r>
            <a:endParaRPr lang="en-US" dirty="0" smtClean="0"/>
          </a:p>
          <a:p>
            <a:pPr lvl="1"/>
            <a:r>
              <a:rPr lang="en-US" dirty="0" err="1" smtClean="0"/>
              <a:t>th:replace</a:t>
            </a:r>
            <a:endParaRPr lang="en-US" dirty="0" smtClean="0"/>
          </a:p>
          <a:p>
            <a:pPr lvl="1"/>
            <a:r>
              <a:rPr lang="en-US" dirty="0" err="1" smtClean="0"/>
              <a:t>th:insert</a:t>
            </a:r>
            <a:endParaRPr lang="en-US" dirty="0" smtClean="0"/>
          </a:p>
          <a:p>
            <a:pPr lvl="1"/>
            <a:r>
              <a:rPr lang="en-US" dirty="0" err="1" smtClean="0"/>
              <a:t>th:remove</a:t>
            </a:r>
            <a:endParaRPr lang="en-US" dirty="0" smtClean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196321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ipple/>
      </p:transition>
    </mc:Choice>
    <mc:Fallback xmlns="">
      <p:transition spd="slow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" name="Picture 4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91092" y="4148256"/>
            <a:ext cx="5210902" cy="191479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Render content directives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066800"/>
            <a:ext cx="5925377" cy="2133898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6186969" y="4143472"/>
            <a:ext cx="5215025" cy="1919576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7315199" y="1081110"/>
            <a:ext cx="4086795" cy="250029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620487" y="1066800"/>
            <a:ext cx="6047369" cy="2186271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1877184" y="3733800"/>
            <a:ext cx="3533974" cy="273892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3" name="Straight Arrow Connector 12"/>
          <p:cNvCxnSpPr>
            <a:stCxn id="10" idx="2"/>
            <a:endCxn id="11" idx="0"/>
          </p:cNvCxnSpPr>
          <p:nvPr/>
        </p:nvCxnSpPr>
        <p:spPr>
          <a:xfrm flipH="1">
            <a:off x="3644171" y="3253071"/>
            <a:ext cx="1" cy="48072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/>
          <p:cNvCxnSpPr>
            <a:stCxn id="11" idx="3"/>
          </p:cNvCxnSpPr>
          <p:nvPr/>
        </p:nvCxnSpPr>
        <p:spPr>
          <a:xfrm>
            <a:off x="5411158" y="5103260"/>
            <a:ext cx="77581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Elbow Connector 37"/>
          <p:cNvCxnSpPr>
            <a:stCxn id="8" idx="0"/>
            <a:endCxn id="9" idx="2"/>
          </p:cNvCxnSpPr>
          <p:nvPr/>
        </p:nvCxnSpPr>
        <p:spPr>
          <a:xfrm rot="5400000" flipH="1" flipV="1">
            <a:off x="8795503" y="3580379"/>
            <a:ext cx="562072" cy="564115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1" name="Picture 4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70568" y="3794378"/>
            <a:ext cx="3238952" cy="2648320"/>
          </a:xfrm>
          <a:prstGeom prst="rect">
            <a:avLst/>
          </a:prstGeom>
        </p:spPr>
      </p:pic>
      <p:pic>
        <p:nvPicPr>
          <p:cNvPr id="42" name="Picture 4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90378" y="1168792"/>
            <a:ext cx="3372321" cy="23339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3553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ipple/>
      </p:transition>
    </mc:Choice>
    <mc:Fallback xmlns="">
      <p:transition spd="slow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Render Attribute Directives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78321" y="2961763"/>
            <a:ext cx="4696480" cy="3667637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" y="1018403"/>
            <a:ext cx="6273075" cy="5069063"/>
          </a:xfrm>
          <a:prstGeom prst="rect">
            <a:avLst/>
          </a:prstGeom>
          <a:ln>
            <a:solidFill>
              <a:schemeClr val="accent1"/>
            </a:solidFill>
          </a:ln>
        </p:spPr>
      </p:pic>
      <p:sp>
        <p:nvSpPr>
          <p:cNvPr id="7" name="TextBox 6"/>
          <p:cNvSpPr txBox="1"/>
          <p:nvPr/>
        </p:nvSpPr>
        <p:spPr>
          <a:xfrm>
            <a:off x="7924800" y="987508"/>
            <a:ext cx="2357761" cy="1477328"/>
          </a:xfrm>
          <a:prstGeom prst="rect">
            <a:avLst/>
          </a:prstGeom>
          <a:ln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dirty="0" smtClean="0"/>
              <a:t>Model Attributes: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p</a:t>
            </a:r>
            <a:r>
              <a:rPr lang="en-US" dirty="0" smtClean="0"/>
              <a:t>hoto: avatar.png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h</a:t>
            </a:r>
            <a:r>
              <a:rPr lang="en-US" dirty="0" smtClean="0"/>
              <a:t>o: </a:t>
            </a:r>
            <a:r>
              <a:rPr lang="en-US" dirty="0" err="1" smtClean="0"/>
              <a:t>Nguyễn</a:t>
            </a:r>
            <a:endParaRPr lang="en-US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</a:t>
            </a:r>
            <a:r>
              <a:rPr lang="en-US" dirty="0" smtClean="0"/>
              <a:t>en: </a:t>
            </a:r>
            <a:r>
              <a:rPr lang="en-US" dirty="0" err="1" smtClean="0"/>
              <a:t>Nghiệm</a:t>
            </a:r>
            <a:endParaRPr lang="en-US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 smtClean="0"/>
              <a:t>myclass</a:t>
            </a:r>
            <a:r>
              <a:rPr lang="en-US" dirty="0" smtClean="0"/>
              <a:t>: </a:t>
            </a:r>
            <a:r>
              <a:rPr lang="en-US" dirty="0" err="1" smtClean="0"/>
              <a:t>btn</a:t>
            </a:r>
            <a:r>
              <a:rPr lang="en-US" dirty="0" smtClean="0"/>
              <a:t>-danger</a:t>
            </a:r>
            <a:endParaRPr lang="en-US" dirty="0"/>
          </a:p>
        </p:txBody>
      </p:sp>
      <p:cxnSp>
        <p:nvCxnSpPr>
          <p:cNvPr id="9" name="Straight Arrow Connector 8"/>
          <p:cNvCxnSpPr>
            <a:stCxn id="7" idx="1"/>
          </p:cNvCxnSpPr>
          <p:nvPr/>
        </p:nvCxnSpPr>
        <p:spPr>
          <a:xfrm flipH="1">
            <a:off x="6908801" y="1726172"/>
            <a:ext cx="1015999" cy="2642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897184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ipple/>
      </p:transition>
    </mc:Choice>
    <mc:Fallback xmlns="">
      <p:transition spd="slow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2288123"/>
            <a:ext cx="8316486" cy="4182059"/>
          </a:xfrm>
          <a:prstGeom prst="rect">
            <a:avLst/>
          </a:prstGeom>
          <a:ln>
            <a:solidFill>
              <a:schemeClr val="accent1"/>
            </a:solidFill>
          </a:ln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Controlling support directives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" y="1066800"/>
            <a:ext cx="7935432" cy="485843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96056" y="1523606"/>
            <a:ext cx="6186344" cy="2271679"/>
          </a:xfrm>
          <a:prstGeom prst="rect">
            <a:avLst/>
          </a:prstGeom>
          <a:ln>
            <a:solidFill>
              <a:schemeClr val="accent1"/>
            </a:solidFill>
          </a:ln>
        </p:spPr>
      </p:pic>
      <p:cxnSp>
        <p:nvCxnSpPr>
          <p:cNvPr id="8" name="Elbow Connector 7"/>
          <p:cNvCxnSpPr>
            <a:stCxn id="4" idx="2"/>
            <a:endCxn id="15" idx="0"/>
          </p:cNvCxnSpPr>
          <p:nvPr/>
        </p:nvCxnSpPr>
        <p:spPr>
          <a:xfrm rot="16200000" flipH="1">
            <a:off x="4304839" y="1825119"/>
            <a:ext cx="735480" cy="190527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Elbow Connector 9"/>
          <p:cNvCxnSpPr>
            <a:stCxn id="15" idx="3"/>
            <a:endCxn id="6" idx="3"/>
          </p:cNvCxnSpPr>
          <p:nvPr/>
        </p:nvCxnSpPr>
        <p:spPr>
          <a:xfrm flipV="1">
            <a:off x="8926086" y="2659446"/>
            <a:ext cx="2656314" cy="1719707"/>
          </a:xfrm>
          <a:prstGeom prst="bentConnector3">
            <a:avLst>
              <a:gd name="adj1" fmla="val 108606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793838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ipple/>
      </p:transition>
    </mc:Choice>
    <mc:Fallback xmlns="">
      <p:transition spd="slow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Follow control directives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1066800"/>
            <a:ext cx="10621857" cy="526806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0" y="2209800"/>
            <a:ext cx="3477110" cy="3229426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609600" y="1066800"/>
            <a:ext cx="10970623" cy="762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609600" y="2101670"/>
            <a:ext cx="10970623" cy="423319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9" name="Straight Arrow Connector 8"/>
          <p:cNvCxnSpPr>
            <a:stCxn id="6" idx="2"/>
            <a:endCxn id="7" idx="0"/>
          </p:cNvCxnSpPr>
          <p:nvPr/>
        </p:nvCxnSpPr>
        <p:spPr>
          <a:xfrm>
            <a:off x="6094912" y="1828800"/>
            <a:ext cx="0" cy="27287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27108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ipple/>
      </p:transition>
    </mc:Choice>
    <mc:Fallback xmlns="">
      <p:transition spd="slow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Follow control directives – </a:t>
            </a:r>
            <a:r>
              <a:rPr lang="en-US" dirty="0" err="1" smtClean="0"/>
              <a:t>th:each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4680" y="914400"/>
            <a:ext cx="8265158" cy="5648008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73013" y="914400"/>
            <a:ext cx="2009387" cy="5648008"/>
          </a:xfrm>
          <a:prstGeom prst="rect">
            <a:avLst/>
          </a:prstGeom>
          <a:ln>
            <a:solidFill>
              <a:schemeClr val="accent1"/>
            </a:solidFill>
          </a:ln>
        </p:spPr>
      </p:pic>
    </p:spTree>
    <p:extLst>
      <p:ext uri="{BB962C8B-B14F-4D97-AF65-F5344CB8AC3E}">
        <p14:creationId xmlns:p14="http://schemas.microsoft.com/office/powerpoint/2010/main" val="33072664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ipple/>
      </p:transition>
    </mc:Choice>
    <mc:Fallback xmlns="">
      <p:transition spd="slow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1066800"/>
            <a:ext cx="6725589" cy="4915586"/>
          </a:xfrm>
          <a:prstGeom prst="rect">
            <a:avLst/>
          </a:prstGeom>
          <a:ln>
            <a:solidFill>
              <a:schemeClr val="accent1"/>
            </a:solidFill>
          </a:ln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Follow control directives – </a:t>
            </a:r>
            <a:r>
              <a:rPr lang="en-US" dirty="0" err="1" smtClean="0"/>
              <a:t>th:each</a:t>
            </a:r>
            <a:r>
              <a:rPr lang="en-US" dirty="0" smtClean="0"/>
              <a:t> Item Status Info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33265" y="4114449"/>
            <a:ext cx="5801535" cy="25149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02487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ipple/>
      </p:transition>
    </mc:Choice>
    <mc:Fallback xmlns="">
      <p:transition spd="slow"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1066800"/>
            <a:ext cx="9593014" cy="2553056"/>
          </a:xfrm>
          <a:prstGeom prst="rect">
            <a:avLst/>
          </a:prstGeom>
          <a:ln>
            <a:solidFill>
              <a:srgbClr val="0070C0"/>
            </a:solidFill>
          </a:ln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Fill Data to Select box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0" y="2895600"/>
            <a:ext cx="5839640" cy="3696216"/>
          </a:xfrm>
          <a:prstGeom prst="rect">
            <a:avLst/>
          </a:prstGeom>
          <a:ln>
            <a:solidFill>
              <a:srgbClr val="0070C0"/>
            </a:solidFill>
          </a:ln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86290" y="4267200"/>
            <a:ext cx="3296110" cy="1305107"/>
          </a:xfrm>
          <a:prstGeom prst="rect">
            <a:avLst/>
          </a:prstGeom>
          <a:ln>
            <a:solidFill>
              <a:srgbClr val="0070C0"/>
            </a:solidFill>
          </a:ln>
        </p:spPr>
      </p:pic>
    </p:spTree>
    <p:extLst>
      <p:ext uri="{BB962C8B-B14F-4D97-AF65-F5344CB8AC3E}">
        <p14:creationId xmlns:p14="http://schemas.microsoft.com/office/powerpoint/2010/main" val="26724244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ipple/>
      </p:transition>
    </mc:Choice>
    <mc:Fallback xmlns="">
      <p:transition spd="slow">
        <p:fad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Create Radio button Group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93887" y="5410103"/>
            <a:ext cx="6988513" cy="1188129"/>
          </a:xfrm>
          <a:prstGeom prst="rect">
            <a:avLst/>
          </a:prstGeom>
          <a:ln>
            <a:solidFill>
              <a:srgbClr val="0070C0"/>
            </a:solidFill>
          </a:ln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" y="914400"/>
            <a:ext cx="10059804" cy="3057952"/>
          </a:xfrm>
          <a:prstGeom prst="rect">
            <a:avLst/>
          </a:prstGeom>
          <a:ln>
            <a:solidFill>
              <a:srgbClr val="0070C0"/>
            </a:solidFill>
          </a:ln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66127" y="3209521"/>
            <a:ext cx="6973273" cy="2200582"/>
          </a:xfrm>
          <a:prstGeom prst="rect">
            <a:avLst/>
          </a:prstGeom>
          <a:ln>
            <a:solidFill>
              <a:srgbClr val="0070C0"/>
            </a:solidFill>
          </a:ln>
        </p:spPr>
      </p:pic>
    </p:spTree>
    <p:extLst>
      <p:ext uri="{BB962C8B-B14F-4D97-AF65-F5344CB8AC3E}">
        <p14:creationId xmlns:p14="http://schemas.microsoft.com/office/powerpoint/2010/main" val="27531749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ipple/>
      </p:transition>
    </mc:Choice>
    <mc:Fallback xmlns="">
      <p:transition spd="slow">
        <p:fade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2" descr="D:\Compressed\PSD Collection 2011\WP-201 copy.png"/>
          <p:cNvPicPr>
            <a:picLocks noChangeAspect="1" noChangeArrowheads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 flipH="1">
            <a:off x="8195426" y="844420"/>
            <a:ext cx="3386974" cy="57025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Summary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066800"/>
            <a:ext cx="7585826" cy="5257800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þ"/>
            </a:pPr>
            <a:r>
              <a:rPr lang="en-US" cap="small" dirty="0" err="1">
                <a:latin typeface="Barlow Condensed" panose="00000506000000000000" pitchFamily="2" charset="0"/>
              </a:rPr>
              <a:t>Phần</a:t>
            </a:r>
            <a:r>
              <a:rPr lang="en-US" cap="small" dirty="0">
                <a:latin typeface="Barlow Condensed" panose="00000506000000000000" pitchFamily="2" charset="0"/>
              </a:rPr>
              <a:t> I: </a:t>
            </a:r>
            <a:r>
              <a:rPr lang="en-US" cap="small" dirty="0" err="1">
                <a:latin typeface="Barlow Condensed" panose="00000506000000000000" pitchFamily="2" charset="0"/>
              </a:rPr>
              <a:t>Cơ</a:t>
            </a:r>
            <a:r>
              <a:rPr lang="en-US" cap="small" dirty="0">
                <a:latin typeface="Barlow Condensed" panose="00000506000000000000" pitchFamily="2" charset="0"/>
              </a:rPr>
              <a:t> </a:t>
            </a:r>
            <a:r>
              <a:rPr lang="en-US" cap="small" dirty="0" err="1">
                <a:latin typeface="Barlow Condensed" panose="00000506000000000000" pitchFamily="2" charset="0"/>
              </a:rPr>
              <a:t>bản</a:t>
            </a:r>
            <a:endParaRPr lang="en-US" cap="small" dirty="0">
              <a:latin typeface="Barlow Condensed" panose="00000506000000000000" pitchFamily="2" charset="0"/>
            </a:endParaRPr>
          </a:p>
          <a:p>
            <a:pPr lvl="1">
              <a:buFont typeface="Wingdings" panose="05000000000000000000" pitchFamily="2" charset="2"/>
              <a:buChar char="þ"/>
            </a:pPr>
            <a:r>
              <a:rPr lang="en-US" cap="small" dirty="0" err="1">
                <a:latin typeface="Barlow Condensed" panose="00000506000000000000" pitchFamily="2" charset="0"/>
              </a:rPr>
              <a:t>Giới</a:t>
            </a:r>
            <a:r>
              <a:rPr lang="en-US" cap="small" dirty="0">
                <a:latin typeface="Barlow Condensed" panose="00000506000000000000" pitchFamily="2" charset="0"/>
              </a:rPr>
              <a:t> </a:t>
            </a:r>
            <a:r>
              <a:rPr lang="en-US" cap="small" dirty="0" err="1">
                <a:latin typeface="Barlow Condensed" panose="00000506000000000000" pitchFamily="2" charset="0"/>
              </a:rPr>
              <a:t>thiệu</a:t>
            </a:r>
            <a:r>
              <a:rPr lang="en-US" cap="small" dirty="0">
                <a:latin typeface="Barlow Condensed" panose="00000506000000000000" pitchFamily="2" charset="0"/>
              </a:rPr>
              <a:t> </a:t>
            </a:r>
            <a:r>
              <a:rPr lang="en-US" cap="small" dirty="0" err="1">
                <a:latin typeface="Barlow Condensed" panose="00000506000000000000" pitchFamily="2" charset="0"/>
              </a:rPr>
              <a:t>Thymeleaf</a:t>
            </a:r>
            <a:endParaRPr lang="en-US" cap="small" dirty="0">
              <a:latin typeface="Barlow Condensed" panose="00000506000000000000" pitchFamily="2" charset="0"/>
            </a:endParaRPr>
          </a:p>
          <a:p>
            <a:pPr lvl="1">
              <a:buFont typeface="Wingdings" panose="05000000000000000000" pitchFamily="2" charset="2"/>
              <a:buChar char="þ"/>
            </a:pPr>
            <a:r>
              <a:rPr lang="en-US" cap="small" dirty="0" err="1">
                <a:latin typeface="Barlow Condensed" panose="00000506000000000000" pitchFamily="2" charset="0"/>
              </a:rPr>
              <a:t>Biểu</a:t>
            </a:r>
            <a:r>
              <a:rPr lang="en-US" cap="small" dirty="0">
                <a:latin typeface="Barlow Condensed" panose="00000506000000000000" pitchFamily="2" charset="0"/>
              </a:rPr>
              <a:t> </a:t>
            </a:r>
            <a:r>
              <a:rPr lang="en-US" cap="small" dirty="0" err="1">
                <a:latin typeface="Barlow Condensed" panose="00000506000000000000" pitchFamily="2" charset="0"/>
              </a:rPr>
              <a:t>thức</a:t>
            </a:r>
            <a:r>
              <a:rPr lang="en-US" cap="small" dirty="0">
                <a:latin typeface="Barlow Condensed" panose="00000506000000000000" pitchFamily="2" charset="0"/>
              </a:rPr>
              <a:t> </a:t>
            </a:r>
            <a:r>
              <a:rPr lang="en-US" cap="small" dirty="0" err="1">
                <a:latin typeface="Barlow Condensed" panose="00000506000000000000" pitchFamily="2" charset="0"/>
              </a:rPr>
              <a:t>Thymeleaf</a:t>
            </a:r>
            <a:r>
              <a:rPr lang="en-US" cap="small" dirty="0">
                <a:latin typeface="Barlow Condensed" panose="00000506000000000000" pitchFamily="2" charset="0"/>
              </a:rPr>
              <a:t> (Expression)</a:t>
            </a:r>
          </a:p>
          <a:p>
            <a:pPr lvl="1">
              <a:buFont typeface="Wingdings" panose="05000000000000000000" pitchFamily="2" charset="2"/>
              <a:buChar char="þ"/>
            </a:pPr>
            <a:r>
              <a:rPr lang="en-US" cap="small" dirty="0" err="1">
                <a:latin typeface="Barlow Condensed" panose="00000506000000000000" pitchFamily="2" charset="0"/>
              </a:rPr>
              <a:t>Định</a:t>
            </a:r>
            <a:r>
              <a:rPr lang="en-US" cap="small" dirty="0">
                <a:latin typeface="Barlow Condensed" panose="00000506000000000000" pitchFamily="2" charset="0"/>
              </a:rPr>
              <a:t> </a:t>
            </a:r>
            <a:r>
              <a:rPr lang="en-US" cap="small" dirty="0" err="1">
                <a:latin typeface="Barlow Condensed" panose="00000506000000000000" pitchFamily="2" charset="0"/>
              </a:rPr>
              <a:t>dạng</a:t>
            </a:r>
            <a:r>
              <a:rPr lang="en-US" cap="small" dirty="0">
                <a:latin typeface="Barlow Condensed" panose="00000506000000000000" pitchFamily="2" charset="0"/>
              </a:rPr>
              <a:t> </a:t>
            </a:r>
            <a:r>
              <a:rPr lang="en-US" cap="small" dirty="0" err="1">
                <a:latin typeface="Barlow Condensed" panose="00000506000000000000" pitchFamily="2" charset="0"/>
              </a:rPr>
              <a:t>dữ</a:t>
            </a:r>
            <a:r>
              <a:rPr lang="en-US" cap="small" dirty="0">
                <a:latin typeface="Barlow Condensed" panose="00000506000000000000" pitchFamily="2" charset="0"/>
              </a:rPr>
              <a:t> </a:t>
            </a:r>
            <a:r>
              <a:rPr lang="en-US" cap="small" dirty="0" err="1">
                <a:latin typeface="Barlow Condensed" panose="00000506000000000000" pitchFamily="2" charset="0"/>
              </a:rPr>
              <a:t>liệu</a:t>
            </a:r>
            <a:r>
              <a:rPr lang="en-US" cap="small" dirty="0">
                <a:latin typeface="Barlow Condensed" panose="00000506000000000000" pitchFamily="2" charset="0"/>
              </a:rPr>
              <a:t> (</a:t>
            </a:r>
            <a:r>
              <a:rPr lang="en-US" cap="small" dirty="0" err="1">
                <a:latin typeface="Barlow Condensed" panose="00000506000000000000" pitchFamily="2" charset="0"/>
              </a:rPr>
              <a:t>Formating</a:t>
            </a:r>
            <a:r>
              <a:rPr lang="en-US" cap="small" dirty="0">
                <a:latin typeface="Barlow Condensed" panose="00000506000000000000" pitchFamily="2" charset="0"/>
              </a:rPr>
              <a:t> Data)</a:t>
            </a:r>
          </a:p>
          <a:p>
            <a:pPr lvl="1">
              <a:buFont typeface="Wingdings" panose="05000000000000000000" pitchFamily="2" charset="2"/>
              <a:buChar char="þ"/>
            </a:pPr>
            <a:r>
              <a:rPr lang="en-US" cap="small" dirty="0" err="1">
                <a:latin typeface="Barlow Condensed" panose="00000506000000000000" pitchFamily="2" charset="0"/>
              </a:rPr>
              <a:t>Toán</a:t>
            </a:r>
            <a:r>
              <a:rPr lang="en-US" cap="small" dirty="0">
                <a:latin typeface="Barlow Condensed" panose="00000506000000000000" pitchFamily="2" charset="0"/>
              </a:rPr>
              <a:t> </a:t>
            </a:r>
            <a:r>
              <a:rPr lang="en-US" cap="small" dirty="0" err="1">
                <a:latin typeface="Barlow Condensed" panose="00000506000000000000" pitchFamily="2" charset="0"/>
              </a:rPr>
              <a:t>tử</a:t>
            </a:r>
            <a:r>
              <a:rPr lang="en-US" cap="small" dirty="0">
                <a:latin typeface="Barlow Condensed" panose="00000506000000000000" pitchFamily="2" charset="0"/>
              </a:rPr>
              <a:t> (Operators)</a:t>
            </a:r>
          </a:p>
          <a:p>
            <a:pPr>
              <a:buFont typeface="Wingdings" panose="05000000000000000000" pitchFamily="2" charset="2"/>
              <a:buChar char="þ"/>
            </a:pPr>
            <a:r>
              <a:rPr lang="en-US" cap="small" dirty="0" err="1">
                <a:latin typeface="Barlow Condensed" panose="00000506000000000000" pitchFamily="2" charset="0"/>
              </a:rPr>
              <a:t>Phần</a:t>
            </a:r>
            <a:r>
              <a:rPr lang="en-US" cap="small" dirty="0">
                <a:latin typeface="Barlow Condensed" panose="00000506000000000000" pitchFamily="2" charset="0"/>
              </a:rPr>
              <a:t> II: </a:t>
            </a:r>
            <a:r>
              <a:rPr lang="en-US" cap="small" dirty="0" err="1">
                <a:latin typeface="Barlow Condensed" panose="00000506000000000000" pitchFamily="2" charset="0"/>
              </a:rPr>
              <a:t>Chỉ</a:t>
            </a:r>
            <a:r>
              <a:rPr lang="en-US" cap="small" dirty="0">
                <a:latin typeface="Barlow Condensed" panose="00000506000000000000" pitchFamily="2" charset="0"/>
              </a:rPr>
              <a:t> </a:t>
            </a:r>
            <a:r>
              <a:rPr lang="en-US" cap="small" dirty="0" err="1">
                <a:latin typeface="Barlow Condensed" panose="00000506000000000000" pitchFamily="2" charset="0"/>
              </a:rPr>
              <a:t>thị</a:t>
            </a:r>
            <a:r>
              <a:rPr lang="en-US" cap="small" dirty="0">
                <a:latin typeface="Barlow Condensed" panose="00000506000000000000" pitchFamily="2" charset="0"/>
              </a:rPr>
              <a:t> </a:t>
            </a:r>
            <a:r>
              <a:rPr lang="en-US" cap="small" dirty="0" err="1">
                <a:latin typeface="Barlow Condensed" panose="00000506000000000000" pitchFamily="2" charset="0"/>
              </a:rPr>
              <a:t>Thymeleaf</a:t>
            </a:r>
            <a:r>
              <a:rPr lang="en-US" cap="small" dirty="0">
                <a:latin typeface="Barlow Condensed" panose="00000506000000000000" pitchFamily="2" charset="0"/>
              </a:rPr>
              <a:t> (Directives)</a:t>
            </a:r>
          </a:p>
          <a:p>
            <a:pPr lvl="1">
              <a:buFont typeface="Wingdings" panose="05000000000000000000" pitchFamily="2" charset="2"/>
              <a:buChar char="þ"/>
            </a:pPr>
            <a:r>
              <a:rPr lang="en-US" cap="small" dirty="0" err="1">
                <a:latin typeface="Barlow Condensed" panose="00000506000000000000" pitchFamily="2" charset="0"/>
              </a:rPr>
              <a:t>Chỉ</a:t>
            </a:r>
            <a:r>
              <a:rPr lang="en-US" cap="small" dirty="0">
                <a:latin typeface="Barlow Condensed" panose="00000506000000000000" pitchFamily="2" charset="0"/>
              </a:rPr>
              <a:t> </a:t>
            </a:r>
            <a:r>
              <a:rPr lang="en-US" cap="small" dirty="0" err="1">
                <a:latin typeface="Barlow Condensed" panose="00000506000000000000" pitchFamily="2" charset="0"/>
              </a:rPr>
              <a:t>thị</a:t>
            </a:r>
            <a:r>
              <a:rPr lang="en-US" cap="small" dirty="0">
                <a:latin typeface="Barlow Condensed" panose="00000506000000000000" pitchFamily="2" charset="0"/>
              </a:rPr>
              <a:t> render </a:t>
            </a:r>
            <a:r>
              <a:rPr lang="en-US" cap="small" dirty="0" err="1">
                <a:latin typeface="Barlow Condensed" panose="00000506000000000000" pitchFamily="2" charset="0"/>
              </a:rPr>
              <a:t>nội</a:t>
            </a:r>
            <a:r>
              <a:rPr lang="en-US" cap="small" dirty="0">
                <a:latin typeface="Barlow Condensed" panose="00000506000000000000" pitchFamily="2" charset="0"/>
              </a:rPr>
              <a:t> dung</a:t>
            </a:r>
          </a:p>
          <a:p>
            <a:pPr lvl="1">
              <a:buFont typeface="Wingdings" panose="05000000000000000000" pitchFamily="2" charset="2"/>
              <a:buChar char="þ"/>
            </a:pPr>
            <a:r>
              <a:rPr lang="en-US" cap="small" dirty="0" err="1">
                <a:latin typeface="Barlow Condensed" panose="00000506000000000000" pitchFamily="2" charset="0"/>
              </a:rPr>
              <a:t>Chỉ</a:t>
            </a:r>
            <a:r>
              <a:rPr lang="en-US" cap="small" dirty="0">
                <a:latin typeface="Barlow Condensed" panose="00000506000000000000" pitchFamily="2" charset="0"/>
              </a:rPr>
              <a:t> </a:t>
            </a:r>
            <a:r>
              <a:rPr lang="en-US" cap="small" dirty="0" err="1">
                <a:latin typeface="Barlow Condensed" panose="00000506000000000000" pitchFamily="2" charset="0"/>
              </a:rPr>
              <a:t>thị</a:t>
            </a:r>
            <a:r>
              <a:rPr lang="en-US" cap="small" dirty="0">
                <a:latin typeface="Barlow Condensed" panose="00000506000000000000" pitchFamily="2" charset="0"/>
              </a:rPr>
              <a:t> render </a:t>
            </a:r>
            <a:r>
              <a:rPr lang="en-US" cap="small" dirty="0" err="1">
                <a:latin typeface="Barlow Condensed" panose="00000506000000000000" pitchFamily="2" charset="0"/>
              </a:rPr>
              <a:t>thuộc</a:t>
            </a:r>
            <a:r>
              <a:rPr lang="en-US" cap="small" dirty="0">
                <a:latin typeface="Barlow Condensed" panose="00000506000000000000" pitchFamily="2" charset="0"/>
              </a:rPr>
              <a:t> </a:t>
            </a:r>
            <a:r>
              <a:rPr lang="en-US" cap="small" dirty="0" err="1">
                <a:latin typeface="Barlow Condensed" panose="00000506000000000000" pitchFamily="2" charset="0"/>
              </a:rPr>
              <a:t>tính</a:t>
            </a:r>
            <a:endParaRPr lang="en-US" cap="small" dirty="0">
              <a:latin typeface="Barlow Condensed" panose="00000506000000000000" pitchFamily="2" charset="0"/>
            </a:endParaRPr>
          </a:p>
          <a:p>
            <a:pPr lvl="1">
              <a:buFont typeface="Wingdings" panose="05000000000000000000" pitchFamily="2" charset="2"/>
              <a:buChar char="þ"/>
            </a:pPr>
            <a:r>
              <a:rPr lang="en-US" cap="small" dirty="0" err="1">
                <a:latin typeface="Barlow Condensed" panose="00000506000000000000" pitchFamily="2" charset="0"/>
              </a:rPr>
              <a:t>Chỉ</a:t>
            </a:r>
            <a:r>
              <a:rPr lang="en-US" cap="small" dirty="0">
                <a:latin typeface="Barlow Condensed" panose="00000506000000000000" pitchFamily="2" charset="0"/>
              </a:rPr>
              <a:t> </a:t>
            </a:r>
            <a:r>
              <a:rPr lang="en-US" cap="small" dirty="0" err="1">
                <a:latin typeface="Barlow Condensed" panose="00000506000000000000" pitchFamily="2" charset="0"/>
              </a:rPr>
              <a:t>thị</a:t>
            </a:r>
            <a:r>
              <a:rPr lang="en-US" cap="small" dirty="0">
                <a:latin typeface="Barlow Condensed" panose="00000506000000000000" pitchFamily="2" charset="0"/>
              </a:rPr>
              <a:t> </a:t>
            </a:r>
            <a:r>
              <a:rPr lang="en-US" cap="small" dirty="0" err="1">
                <a:latin typeface="Barlow Condensed" panose="00000506000000000000" pitchFamily="2" charset="0"/>
              </a:rPr>
              <a:t>hỗ</a:t>
            </a:r>
            <a:r>
              <a:rPr lang="en-US" cap="small" dirty="0">
                <a:latin typeface="Barlow Condensed" panose="00000506000000000000" pitchFamily="2" charset="0"/>
              </a:rPr>
              <a:t> </a:t>
            </a:r>
            <a:r>
              <a:rPr lang="en-US" cap="small" dirty="0" err="1">
                <a:latin typeface="Barlow Condensed" panose="00000506000000000000" pitchFamily="2" charset="0"/>
              </a:rPr>
              <a:t>trợ</a:t>
            </a:r>
            <a:endParaRPr lang="en-US" cap="small" dirty="0">
              <a:latin typeface="Barlow Condensed" panose="00000506000000000000" pitchFamily="2" charset="0"/>
            </a:endParaRPr>
          </a:p>
          <a:p>
            <a:pPr lvl="1">
              <a:buFont typeface="Wingdings" panose="05000000000000000000" pitchFamily="2" charset="2"/>
              <a:buChar char="þ"/>
            </a:pPr>
            <a:r>
              <a:rPr lang="en-US" cap="small" dirty="0" err="1">
                <a:latin typeface="Barlow Condensed" panose="00000506000000000000" pitchFamily="2" charset="0"/>
              </a:rPr>
              <a:t>Chỉ</a:t>
            </a:r>
            <a:r>
              <a:rPr lang="en-US" cap="small" dirty="0">
                <a:latin typeface="Barlow Condensed" panose="00000506000000000000" pitchFamily="2" charset="0"/>
              </a:rPr>
              <a:t> </a:t>
            </a:r>
            <a:r>
              <a:rPr lang="en-US" cap="small" dirty="0" err="1">
                <a:latin typeface="Barlow Condensed" panose="00000506000000000000" pitchFamily="2" charset="0"/>
              </a:rPr>
              <a:t>thị</a:t>
            </a:r>
            <a:r>
              <a:rPr lang="en-US" cap="small" dirty="0">
                <a:latin typeface="Barlow Condensed" panose="00000506000000000000" pitchFamily="2" charset="0"/>
              </a:rPr>
              <a:t> </a:t>
            </a:r>
            <a:r>
              <a:rPr lang="en-US" cap="small" dirty="0" err="1">
                <a:latin typeface="Barlow Condensed" panose="00000506000000000000" pitchFamily="2" charset="0"/>
              </a:rPr>
              <a:t>phân</a:t>
            </a:r>
            <a:r>
              <a:rPr lang="en-US" cap="small" dirty="0">
                <a:latin typeface="Barlow Condensed" panose="00000506000000000000" pitchFamily="2" charset="0"/>
              </a:rPr>
              <a:t> </a:t>
            </a:r>
            <a:r>
              <a:rPr lang="en-US" cap="small" dirty="0" err="1">
                <a:latin typeface="Barlow Condensed" panose="00000506000000000000" pitchFamily="2" charset="0"/>
              </a:rPr>
              <a:t>luồng</a:t>
            </a:r>
            <a:r>
              <a:rPr lang="en-US" cap="small" dirty="0">
                <a:latin typeface="Barlow Condensed" panose="00000506000000000000" pitchFamily="2" charset="0"/>
              </a:rPr>
              <a:t> (follow control</a:t>
            </a:r>
            <a:r>
              <a:rPr lang="en-US" cap="small" dirty="0" smtClean="0">
                <a:latin typeface="Barlow Condensed" panose="00000506000000000000" pitchFamily="2" charset="0"/>
              </a:rPr>
              <a:t>)</a:t>
            </a:r>
            <a:endParaRPr lang="en-US" cap="small" dirty="0">
              <a:latin typeface="Barlow Condensed" panose="00000506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734643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ipple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5953" y="0"/>
            <a:ext cx="1219795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5545901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fractur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23037</TotalTime>
  <Words>755</Words>
  <Application>Microsoft Office PowerPoint</Application>
  <PresentationFormat>Widescreen</PresentationFormat>
  <Paragraphs>164</Paragraphs>
  <Slides>31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41" baseType="lpstr">
      <vt:lpstr>Arial</vt:lpstr>
      <vt:lpstr>Arial Narrow</vt:lpstr>
      <vt:lpstr>Barlow Condensed</vt:lpstr>
      <vt:lpstr>Calibri</vt:lpstr>
      <vt:lpstr>Courier New</vt:lpstr>
      <vt:lpstr>Roboto</vt:lpstr>
      <vt:lpstr>Roboto Lt</vt:lpstr>
      <vt:lpstr>Segoe UI</vt:lpstr>
      <vt:lpstr>Wingdings</vt:lpstr>
      <vt:lpstr>Custom Design</vt:lpstr>
      <vt:lpstr>Basic Thymeleaf</vt:lpstr>
      <vt:lpstr>Agenda</vt:lpstr>
      <vt:lpstr>PowerPoint Presentation</vt:lpstr>
      <vt:lpstr>What is Thymeleaf?</vt:lpstr>
      <vt:lpstr>Quick start with Thymeleaf</vt:lpstr>
      <vt:lpstr>Quick start with Thymeleaf</vt:lpstr>
      <vt:lpstr>Thymeleaf Template</vt:lpstr>
      <vt:lpstr>Thymeleaf Template</vt:lpstr>
      <vt:lpstr>Directives &amp; Preceeding (thứ tự ưu tiên)</vt:lpstr>
      <vt:lpstr>Thymeleaf Standard Expressions</vt:lpstr>
      <vt:lpstr>PowerPoint Presentation</vt:lpstr>
      <vt:lpstr>${} - Simple Variable Expression</vt:lpstr>
      <vt:lpstr>${} - Bean property Variable Expression</vt:lpstr>
      <vt:lpstr>*{}: Selection Expression</vt:lpstr>
      <vt:lpstr>@{}: URL Expression</vt:lpstr>
      <vt:lpstr>Data Format</vt:lpstr>
      <vt:lpstr>Accessing Session, ServletContext &amp; Parameter</vt:lpstr>
      <vt:lpstr>Thymeleaf Operators</vt:lpstr>
      <vt:lpstr>Basic Thymeleaf</vt:lpstr>
      <vt:lpstr>PowerPoint Presentation</vt:lpstr>
      <vt:lpstr>Thymeleat Directives</vt:lpstr>
      <vt:lpstr>Render content directives</vt:lpstr>
      <vt:lpstr>Render Attribute Directives</vt:lpstr>
      <vt:lpstr>Controlling support directives</vt:lpstr>
      <vt:lpstr>Follow control directives</vt:lpstr>
      <vt:lpstr>Follow control directives – th:each</vt:lpstr>
      <vt:lpstr>Follow control directives – th:each Item Status Info</vt:lpstr>
      <vt:lpstr>Fill Data to Select box</vt:lpstr>
      <vt:lpstr>Create Radio button Group</vt:lpstr>
      <vt:lpstr>Summary</vt:lpstr>
      <vt:lpstr>PowerPoint Presentation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Tin Học Văn Phòng</dc:title>
  <dc:creator>Hans</dc:creator>
  <cp:lastModifiedBy>DELL</cp:lastModifiedBy>
  <cp:revision>1914</cp:revision>
  <dcterms:created xsi:type="dcterms:W3CDTF">2013-04-23T08:05:33Z</dcterms:created>
  <dcterms:modified xsi:type="dcterms:W3CDTF">2024-12-22T17:37:33Z</dcterms:modified>
</cp:coreProperties>
</file>